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(a) 국부 변동 : 독립 → 제곱합의 제곱근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</c:v>
                </c:pt>
              </c:strCache>
            </c:strRef>
          </c:tx>
          <c:spPr>
            <a:solidFill>
              <a:srgbClr val="FFFFFF"/>
            </a:solidFill>
            <a:ln w="9525">
              <a:solidFill>
                <a:srgbClr val="000000"/>
              </a:solidFill>
            </a:ln>
          </c:spPr>
          <c:dPt>
            <c:idx val="4"/>
            <c:spPr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M1 (N)</c:v>
                </c:pt>
                <c:pt idx="1">
                  <c:v>M2 (N)</c:v>
                </c:pt>
                <c:pt idx="2">
                  <c:v>M3 (P)</c:v>
                </c:pt>
                <c:pt idx="3">
                  <c:v>M4 (P)</c:v>
                </c:pt>
                <c:pt idx="4">
                  <c:v>RSS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3.22993817128686</c:v>
                </c:pt>
                <c:pt idx="1">
                  <c:v>0.6430170978232672</c:v>
                </c:pt>
                <c:pt idx="2">
                  <c:v>0.011062415590774963</c:v>
                </c:pt>
                <c:pt idx="3">
                  <c:v>0.0</c:v>
                </c:pt>
                <c:pt idx="4">
                  <c:v>3.293340850180507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지연 대비 [%]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(b) 전역 변동 : 공통 이동 → 부호 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</c:v>
                </c:pt>
              </c:strCache>
            </c:strRef>
          </c:tx>
          <c:spPr>
            <a:solidFill>
              <a:srgbClr val="FFFFFF"/>
            </a:solidFill>
            <a:ln w="9525">
              <a:solidFill>
                <a:srgbClr val="000000"/>
              </a:solidFill>
            </a:ln>
          </c:spPr>
          <c:dPt>
            <c:idx val="4"/>
            <c:spPr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M1 (N)</c:v>
                </c:pt>
                <c:pt idx="1">
                  <c:v>M2 (N)</c:v>
                </c:pt>
                <c:pt idx="2">
                  <c:v>M3 (P)</c:v>
                </c:pt>
                <c:pt idx="3">
                  <c:v>M4 (P)</c:v>
                </c:pt>
                <c:pt idx="4">
                  <c:v>Σ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9.750188183589417</c:v>
                </c:pt>
                <c:pt idx="1">
                  <c:v>1.941070438074385</c:v>
                </c:pt>
                <c:pt idx="2">
                  <c:v>0.03718106754621357</c:v>
                </c:pt>
                <c:pt idx="3">
                  <c:v>0.0</c:v>
                </c:pt>
                <c:pt idx="4">
                  <c:v>11.728439689210017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지연 대비 [%]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068027336"/>
        <c:crosses val="autoZero"/>
        <c:majorUnit val="2.0"/>
      </c:valAx>
    </c:plotArea>
    <c:dispBlanksAs val="gap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(a) 12개 전역 변동점, 지연 1080 포인트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 포인트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000000"/>
              </a:solidFill>
              <a:ln w="3175">
                <a:solidFill>
                  <a:srgbClr val="000000"/>
                </a:solidFill>
              </a:ln>
            </c:spPr>
          </c:marker>
          <c:xVal>
            <c:numRef>
              <c:f>Sheet1!$A$2:$A$1081</c:f>
              <c:numCache>
                <c:formatCode>General</c:formatCode>
                <c:ptCount val="1080"/>
                <c:pt idx="0">
                  <c:v>1.03527</c:v>
                </c:pt>
                <c:pt idx="1">
                  <c:v>1.03658</c:v>
                </c:pt>
                <c:pt idx="2">
                  <c:v>1.0373</c:v>
                </c:pt>
                <c:pt idx="3">
                  <c:v>1.03875</c:v>
                </c:pt>
                <c:pt idx="4">
                  <c:v>1.035</c:v>
                </c:pt>
                <c:pt idx="5">
                  <c:v>1.03651</c:v>
                </c:pt>
                <c:pt idx="6">
                  <c:v>1.0632</c:v>
                </c:pt>
                <c:pt idx="7">
                  <c:v>1.0437</c:v>
                </c:pt>
                <c:pt idx="8">
                  <c:v>1.03496</c:v>
                </c:pt>
                <c:pt idx="9">
                  <c:v>1.00154</c:v>
                </c:pt>
                <c:pt idx="10">
                  <c:v>1.00046</c:v>
                </c:pt>
                <c:pt idx="11">
                  <c:v>1.00002</c:v>
                </c:pt>
                <c:pt idx="12">
                  <c:v>1.00047</c:v>
                </c:pt>
                <c:pt idx="13">
                  <c:v>1.0005</c:v>
                </c:pt>
                <c:pt idx="14">
                  <c:v>1.00017</c:v>
                </c:pt>
                <c:pt idx="15">
                  <c:v>0.99736</c:v>
                </c:pt>
                <c:pt idx="16">
                  <c:v>0.99945</c:v>
                </c:pt>
                <c:pt idx="17">
                  <c:v>0.99997</c:v>
                </c:pt>
                <c:pt idx="18">
                  <c:v>1.04145</c:v>
                </c:pt>
                <c:pt idx="19">
                  <c:v>1.04254</c:v>
                </c:pt>
                <c:pt idx="20">
                  <c:v>1.04339</c:v>
                </c:pt>
                <c:pt idx="21">
                  <c:v>1.04056</c:v>
                </c:pt>
                <c:pt idx="22">
                  <c:v>1.04005</c:v>
                </c:pt>
                <c:pt idx="23">
                  <c:v>1.04201</c:v>
                </c:pt>
                <c:pt idx="24">
                  <c:v>1.06462</c:v>
                </c:pt>
                <c:pt idx="25">
                  <c:v>1.04899</c:v>
                </c:pt>
                <c:pt idx="26">
                  <c:v>1.0394</c:v>
                </c:pt>
                <c:pt idx="27">
                  <c:v>1.00129</c:v>
                </c:pt>
                <c:pt idx="28">
                  <c:v>1.00028</c:v>
                </c:pt>
                <c:pt idx="29">
                  <c:v>0.99981</c:v>
                </c:pt>
                <c:pt idx="30">
                  <c:v>1.00064</c:v>
                </c:pt>
                <c:pt idx="31">
                  <c:v>1.00059</c:v>
                </c:pt>
                <c:pt idx="32">
                  <c:v>1.00016</c:v>
                </c:pt>
                <c:pt idx="33">
                  <c:v>0.99789</c:v>
                </c:pt>
                <c:pt idx="34">
                  <c:v>0.99938</c:v>
                </c:pt>
                <c:pt idx="35">
                  <c:v>0.99993</c:v>
                </c:pt>
                <c:pt idx="36">
                  <c:v>1.04261</c:v>
                </c:pt>
                <c:pt idx="37">
                  <c:v>1.04311</c:v>
                </c:pt>
                <c:pt idx="38">
                  <c:v>1.04362</c:v>
                </c:pt>
                <c:pt idx="39">
                  <c:v>1.04698</c:v>
                </c:pt>
                <c:pt idx="40">
                  <c:v>1.04604</c:v>
                </c:pt>
                <c:pt idx="41">
                  <c:v>1.04531</c:v>
                </c:pt>
                <c:pt idx="42">
                  <c:v>1.06711</c:v>
                </c:pt>
                <c:pt idx="43">
                  <c:v>1.05595</c:v>
                </c:pt>
                <c:pt idx="44">
                  <c:v>1.04746</c:v>
                </c:pt>
                <c:pt idx="45">
                  <c:v>0.9964</c:v>
                </c:pt>
                <c:pt idx="46">
                  <c:v>0.9975</c:v>
                </c:pt>
                <c:pt idx="47">
                  <c:v>0.99866</c:v>
                </c:pt>
                <c:pt idx="48">
                  <c:v>0.99709</c:v>
                </c:pt>
                <c:pt idx="49">
                  <c:v>0.99805</c:v>
                </c:pt>
                <c:pt idx="50">
                  <c:v>0.99891</c:v>
                </c:pt>
                <c:pt idx="51">
                  <c:v>0.9962</c:v>
                </c:pt>
                <c:pt idx="52">
                  <c:v>0.99779</c:v>
                </c:pt>
                <c:pt idx="53">
                  <c:v>0.99888</c:v>
                </c:pt>
                <c:pt idx="54">
                  <c:v>1.04116</c:v>
                </c:pt>
                <c:pt idx="55">
                  <c:v>1.03961</c:v>
                </c:pt>
                <c:pt idx="56">
                  <c:v>1.03847</c:v>
                </c:pt>
                <c:pt idx="57">
                  <c:v>1.03897</c:v>
                </c:pt>
                <c:pt idx="58">
                  <c:v>1.03828</c:v>
                </c:pt>
                <c:pt idx="59">
                  <c:v>1.03778</c:v>
                </c:pt>
                <c:pt idx="60">
                  <c:v>1.0391</c:v>
                </c:pt>
                <c:pt idx="61">
                  <c:v>1.03528</c:v>
                </c:pt>
                <c:pt idx="62">
                  <c:v>1.0363</c:v>
                </c:pt>
                <c:pt idx="63">
                  <c:v>1.00019</c:v>
                </c:pt>
                <c:pt idx="64">
                  <c:v>1.00002</c:v>
                </c:pt>
                <c:pt idx="65">
                  <c:v>0.99994</c:v>
                </c:pt>
                <c:pt idx="66">
                  <c:v>1.00033</c:v>
                </c:pt>
                <c:pt idx="67">
                  <c:v>1.00019</c:v>
                </c:pt>
                <c:pt idx="68">
                  <c:v>1.00004</c:v>
                </c:pt>
                <c:pt idx="69">
                  <c:v>1.00025</c:v>
                </c:pt>
                <c:pt idx="70">
                  <c:v>1.00019</c:v>
                </c:pt>
                <c:pt idx="71">
                  <c:v>1.00011</c:v>
                </c:pt>
                <c:pt idx="72">
                  <c:v>1.03568</c:v>
                </c:pt>
                <c:pt idx="73">
                  <c:v>1.03669</c:v>
                </c:pt>
                <c:pt idx="74">
                  <c:v>1.03731</c:v>
                </c:pt>
                <c:pt idx="75">
                  <c:v>1.03317</c:v>
                </c:pt>
                <c:pt idx="76">
                  <c:v>1.03511</c:v>
                </c:pt>
                <c:pt idx="77">
                  <c:v>1.03655</c:v>
                </c:pt>
                <c:pt idx="78">
                  <c:v>1.04894</c:v>
                </c:pt>
                <c:pt idx="79">
                  <c:v>1.03808</c:v>
                </c:pt>
                <c:pt idx="80">
                  <c:v>1.03492</c:v>
                </c:pt>
                <c:pt idx="81">
                  <c:v>1.00168</c:v>
                </c:pt>
                <c:pt idx="82">
                  <c:v>1.00062</c:v>
                </c:pt>
                <c:pt idx="83">
                  <c:v>1.00009</c:v>
                </c:pt>
                <c:pt idx="84">
                  <c:v>1.00108</c:v>
                </c:pt>
                <c:pt idx="85">
                  <c:v>1.00082</c:v>
                </c:pt>
                <c:pt idx="86">
                  <c:v>1.00029</c:v>
                </c:pt>
                <c:pt idx="87">
                  <c:v>0.99824</c:v>
                </c:pt>
                <c:pt idx="88">
                  <c:v>0.99958</c:v>
                </c:pt>
                <c:pt idx="89">
                  <c:v>1.00004</c:v>
                </c:pt>
                <c:pt idx="90">
                  <c:v>1.11199</c:v>
                </c:pt>
                <c:pt idx="91">
                  <c:v>1.117</c:v>
                </c:pt>
                <c:pt idx="92">
                  <c:v>1.11999</c:v>
                </c:pt>
                <c:pt idx="93">
                  <c:v>1.11674</c:v>
                </c:pt>
                <c:pt idx="94">
                  <c:v>1.1104</c:v>
                </c:pt>
                <c:pt idx="95">
                  <c:v>1.11649</c:v>
                </c:pt>
                <c:pt idx="96">
                  <c:v>1.19108</c:v>
                </c:pt>
                <c:pt idx="97">
                  <c:v>1.13167</c:v>
                </c:pt>
                <c:pt idx="98">
                  <c:v>1.11001</c:v>
                </c:pt>
                <c:pt idx="99">
                  <c:v>1.00455</c:v>
                </c:pt>
                <c:pt idx="100">
                  <c:v>1.00131</c:v>
                </c:pt>
                <c:pt idx="101">
                  <c:v>1.00004</c:v>
                </c:pt>
                <c:pt idx="102">
                  <c:v>1.00176</c:v>
                </c:pt>
                <c:pt idx="103">
                  <c:v>1.00159</c:v>
                </c:pt>
                <c:pt idx="104">
                  <c:v>1.00049</c:v>
                </c:pt>
                <c:pt idx="105">
                  <c:v>0.99358</c:v>
                </c:pt>
                <c:pt idx="106">
                  <c:v>0.99885</c:v>
                </c:pt>
                <c:pt idx="107">
                  <c:v>1.00005</c:v>
                </c:pt>
                <c:pt idx="108">
                  <c:v>1.133</c:v>
                </c:pt>
                <c:pt idx="109">
                  <c:v>1.13718</c:v>
                </c:pt>
                <c:pt idx="110">
                  <c:v>1.14055</c:v>
                </c:pt>
                <c:pt idx="111">
                  <c:v>1.12204</c:v>
                </c:pt>
                <c:pt idx="112">
                  <c:v>1.12744</c:v>
                </c:pt>
                <c:pt idx="113">
                  <c:v>1.13499</c:v>
                </c:pt>
                <c:pt idx="114">
                  <c:v>1.19591</c:v>
                </c:pt>
                <c:pt idx="115">
                  <c:v>1.1485</c:v>
                </c:pt>
                <c:pt idx="116">
                  <c:v>1.12483</c:v>
                </c:pt>
                <c:pt idx="117">
                  <c:v>1.00377</c:v>
                </c:pt>
                <c:pt idx="118">
                  <c:v>1.00073</c:v>
                </c:pt>
                <c:pt idx="119">
                  <c:v>0.99938</c:v>
                </c:pt>
                <c:pt idx="120">
                  <c:v>1.0023</c:v>
                </c:pt>
                <c:pt idx="121">
                  <c:v>1.00189</c:v>
                </c:pt>
                <c:pt idx="122">
                  <c:v>1.00046</c:v>
                </c:pt>
                <c:pt idx="123">
                  <c:v>0.99489</c:v>
                </c:pt>
                <c:pt idx="124">
                  <c:v>0.99868</c:v>
                </c:pt>
                <c:pt idx="125">
                  <c:v>1.00001</c:v>
                </c:pt>
                <c:pt idx="126">
                  <c:v>1.13574</c:v>
                </c:pt>
                <c:pt idx="127">
                  <c:v>1.1383</c:v>
                </c:pt>
                <c:pt idx="128">
                  <c:v>1.14086</c:v>
                </c:pt>
                <c:pt idx="129">
                  <c:v>1.14676</c:v>
                </c:pt>
                <c:pt idx="130">
                  <c:v>1.14569</c:v>
                </c:pt>
                <c:pt idx="131">
                  <c:v>1.145</c:v>
                </c:pt>
                <c:pt idx="132">
                  <c:v>1.20402</c:v>
                </c:pt>
                <c:pt idx="133">
                  <c:v>1.17179</c:v>
                </c:pt>
                <c:pt idx="134">
                  <c:v>1.14954</c:v>
                </c:pt>
                <c:pt idx="135">
                  <c:v>0.98853</c:v>
                </c:pt>
                <c:pt idx="136">
                  <c:v>0.99198</c:v>
                </c:pt>
                <c:pt idx="137">
                  <c:v>0.99566</c:v>
                </c:pt>
                <c:pt idx="138">
                  <c:v>0.991</c:v>
                </c:pt>
                <c:pt idx="139">
                  <c:v>0.99382</c:v>
                </c:pt>
                <c:pt idx="140">
                  <c:v>0.99648</c:v>
                </c:pt>
                <c:pt idx="141">
                  <c:v>0.98897</c:v>
                </c:pt>
                <c:pt idx="142">
                  <c:v>0.99353</c:v>
                </c:pt>
                <c:pt idx="143">
                  <c:v>0.99661</c:v>
                </c:pt>
                <c:pt idx="144">
                  <c:v>1.13222</c:v>
                </c:pt>
                <c:pt idx="145">
                  <c:v>1.12741</c:v>
                </c:pt>
                <c:pt idx="146">
                  <c:v>1.12397</c:v>
                </c:pt>
                <c:pt idx="147">
                  <c:v>1.12384</c:v>
                </c:pt>
                <c:pt idx="148">
                  <c:v>1.122</c:v>
                </c:pt>
                <c:pt idx="149">
                  <c:v>1.12099</c:v>
                </c:pt>
                <c:pt idx="150">
                  <c:v>1.11776</c:v>
                </c:pt>
                <c:pt idx="151">
                  <c:v>1.11115</c:v>
                </c:pt>
                <c:pt idx="152">
                  <c:v>1.11494</c:v>
                </c:pt>
                <c:pt idx="153">
                  <c:v>1.00054</c:v>
                </c:pt>
                <c:pt idx="154">
                  <c:v>1.00003</c:v>
                </c:pt>
                <c:pt idx="155">
                  <c:v>0.99982</c:v>
                </c:pt>
                <c:pt idx="156">
                  <c:v>1.00096</c:v>
                </c:pt>
                <c:pt idx="157">
                  <c:v>1.00056</c:v>
                </c:pt>
                <c:pt idx="158">
                  <c:v>1.0001</c:v>
                </c:pt>
                <c:pt idx="159">
                  <c:v>1.00076</c:v>
                </c:pt>
                <c:pt idx="160">
                  <c:v>1.00057</c:v>
                </c:pt>
                <c:pt idx="161">
                  <c:v>1.00032</c:v>
                </c:pt>
                <c:pt idx="162">
                  <c:v>1.11396</c:v>
                </c:pt>
                <c:pt idx="163">
                  <c:v>1.11765</c:v>
                </c:pt>
                <c:pt idx="164">
                  <c:v>1.1201</c:v>
                </c:pt>
                <c:pt idx="165">
                  <c:v>1.10435</c:v>
                </c:pt>
                <c:pt idx="166">
                  <c:v>1.11131</c:v>
                </c:pt>
                <c:pt idx="167">
                  <c:v>1.11679</c:v>
                </c:pt>
                <c:pt idx="168">
                  <c:v>1.14806</c:v>
                </c:pt>
                <c:pt idx="169">
                  <c:v>1.11488</c:v>
                </c:pt>
                <c:pt idx="170">
                  <c:v>1.11021</c:v>
                </c:pt>
                <c:pt idx="171">
                  <c:v>1.00489</c:v>
                </c:pt>
                <c:pt idx="172">
                  <c:v>1.00177</c:v>
                </c:pt>
                <c:pt idx="173">
                  <c:v>1.00023</c:v>
                </c:pt>
                <c:pt idx="174">
                  <c:v>1.00353</c:v>
                </c:pt>
                <c:pt idx="175">
                  <c:v>1.00252</c:v>
                </c:pt>
                <c:pt idx="176">
                  <c:v>1.00086</c:v>
                </c:pt>
                <c:pt idx="177">
                  <c:v>0.996</c:v>
                </c:pt>
                <c:pt idx="178">
                  <c:v>0.99929</c:v>
                </c:pt>
                <c:pt idx="179">
                  <c:v>1.0003</c:v>
                </c:pt>
                <c:pt idx="180">
                  <c:v>0.90432</c:v>
                </c:pt>
                <c:pt idx="181">
                  <c:v>0.90222</c:v>
                </c:pt>
                <c:pt idx="182">
                  <c:v>0.90135</c:v>
                </c:pt>
                <c:pt idx="183">
                  <c:v>0.88488</c:v>
                </c:pt>
                <c:pt idx="184">
                  <c:v>0.90391</c:v>
                </c:pt>
                <c:pt idx="185">
                  <c:v>0.90191</c:v>
                </c:pt>
                <c:pt idx="186">
                  <c:v>0.81386</c:v>
                </c:pt>
                <c:pt idx="187">
                  <c:v>0.87022</c:v>
                </c:pt>
                <c:pt idx="188">
                  <c:v>0.90357</c:v>
                </c:pt>
                <c:pt idx="189">
                  <c:v>0.99537</c:v>
                </c:pt>
                <c:pt idx="190">
                  <c:v>0.99849</c:v>
                </c:pt>
                <c:pt idx="191">
                  <c:v>0.99989</c:v>
                </c:pt>
                <c:pt idx="192">
                  <c:v>0.99948</c:v>
                </c:pt>
                <c:pt idx="193">
                  <c:v>0.9988</c:v>
                </c:pt>
                <c:pt idx="194">
                  <c:v>0.99952</c:v>
                </c:pt>
                <c:pt idx="195">
                  <c:v>1.01149</c:v>
                </c:pt>
                <c:pt idx="196">
                  <c:v>1.00287</c:v>
                </c:pt>
                <c:pt idx="197">
                  <c:v>1.0005</c:v>
                </c:pt>
                <c:pt idx="198">
                  <c:v>0.88973</c:v>
                </c:pt>
                <c:pt idx="199">
                  <c:v>0.88793</c:v>
                </c:pt>
                <c:pt idx="200">
                  <c:v>0.8867</c:v>
                </c:pt>
                <c:pt idx="201">
                  <c:v>0.88101</c:v>
                </c:pt>
                <c:pt idx="202">
                  <c:v>0.89171</c:v>
                </c:pt>
                <c:pt idx="203">
                  <c:v>0.88854</c:v>
                </c:pt>
                <c:pt idx="204">
                  <c:v>0.81036</c:v>
                </c:pt>
                <c:pt idx="205">
                  <c:v>0.85592</c:v>
                </c:pt>
                <c:pt idx="206">
                  <c:v>0.89255</c:v>
                </c:pt>
                <c:pt idx="207">
                  <c:v>0.99603</c:v>
                </c:pt>
                <c:pt idx="208">
                  <c:v>0.99896</c:v>
                </c:pt>
                <c:pt idx="209">
                  <c:v>1.0005</c:v>
                </c:pt>
                <c:pt idx="210">
                  <c:v>0.99903</c:v>
                </c:pt>
                <c:pt idx="211">
                  <c:v>0.9986</c:v>
                </c:pt>
                <c:pt idx="212">
                  <c:v>0.99955</c:v>
                </c:pt>
                <c:pt idx="213">
                  <c:v>1.00918</c:v>
                </c:pt>
                <c:pt idx="214">
                  <c:v>1.00316</c:v>
                </c:pt>
                <c:pt idx="215">
                  <c:v>1.00076</c:v>
                </c:pt>
                <c:pt idx="216">
                  <c:v>0.88504</c:v>
                </c:pt>
                <c:pt idx="217">
                  <c:v>0.88519</c:v>
                </c:pt>
                <c:pt idx="218">
                  <c:v>0.88536</c:v>
                </c:pt>
                <c:pt idx="219">
                  <c:v>0.86445</c:v>
                </c:pt>
                <c:pt idx="220">
                  <c:v>0.87428</c:v>
                </c:pt>
                <c:pt idx="221">
                  <c:v>0.87886</c:v>
                </c:pt>
                <c:pt idx="222">
                  <c:v>0.80304</c:v>
                </c:pt>
                <c:pt idx="223">
                  <c:v>0.83868</c:v>
                </c:pt>
                <c:pt idx="224">
                  <c:v>0.86852</c:v>
                </c:pt>
                <c:pt idx="225">
                  <c:v>1.0092</c:v>
                </c:pt>
                <c:pt idx="226">
                  <c:v>1.0063</c:v>
                </c:pt>
                <c:pt idx="227">
                  <c:v>1.00334</c:v>
                </c:pt>
                <c:pt idx="228">
                  <c:v>1.00817</c:v>
                </c:pt>
                <c:pt idx="229">
                  <c:v>1.00516</c:v>
                </c:pt>
                <c:pt idx="230">
                  <c:v>1.00271</c:v>
                </c:pt>
                <c:pt idx="231">
                  <c:v>1.0123</c:v>
                </c:pt>
                <c:pt idx="232">
                  <c:v>1.00707</c:v>
                </c:pt>
                <c:pt idx="233">
                  <c:v>1.00336</c:v>
                </c:pt>
                <c:pt idx="234">
                  <c:v>0.89082</c:v>
                </c:pt>
                <c:pt idx="235">
                  <c:v>0.89522</c:v>
                </c:pt>
                <c:pt idx="236">
                  <c:v>0.89861</c:v>
                </c:pt>
                <c:pt idx="237">
                  <c:v>0.89459</c:v>
                </c:pt>
                <c:pt idx="238">
                  <c:v>0.89693</c:v>
                </c:pt>
                <c:pt idx="239">
                  <c:v>0.89922</c:v>
                </c:pt>
                <c:pt idx="240">
                  <c:v>0.88376</c:v>
                </c:pt>
                <c:pt idx="241">
                  <c:v>0.90114</c:v>
                </c:pt>
                <c:pt idx="242">
                  <c:v>0.90103</c:v>
                </c:pt>
                <c:pt idx="243">
                  <c:v>0.99933</c:v>
                </c:pt>
                <c:pt idx="244">
                  <c:v>0.99988</c:v>
                </c:pt>
                <c:pt idx="245">
                  <c:v>1.00016</c:v>
                </c:pt>
                <c:pt idx="246">
                  <c:v>0.99901</c:v>
                </c:pt>
                <c:pt idx="247">
                  <c:v>0.99938</c:v>
                </c:pt>
                <c:pt idx="248">
                  <c:v>0.99985</c:v>
                </c:pt>
                <c:pt idx="249">
                  <c:v>0.99931</c:v>
                </c:pt>
                <c:pt idx="250">
                  <c:v>0.99946</c:v>
                </c:pt>
                <c:pt idx="251">
                  <c:v>0.99967</c:v>
                </c:pt>
                <c:pt idx="252">
                  <c:v>0.90438</c:v>
                </c:pt>
                <c:pt idx="253">
                  <c:v>0.90236</c:v>
                </c:pt>
                <c:pt idx="254">
                  <c:v>0.90143</c:v>
                </c:pt>
                <c:pt idx="255">
                  <c:v>0.90849</c:v>
                </c:pt>
                <c:pt idx="256">
                  <c:v>0.90452</c:v>
                </c:pt>
                <c:pt idx="257">
                  <c:v>0.90211</c:v>
                </c:pt>
                <c:pt idx="258">
                  <c:v>0.85601</c:v>
                </c:pt>
                <c:pt idx="259">
                  <c:v>0.8872</c:v>
                </c:pt>
                <c:pt idx="260">
                  <c:v>0.90419</c:v>
                </c:pt>
                <c:pt idx="261">
                  <c:v>0.99475</c:v>
                </c:pt>
                <c:pt idx="262">
                  <c:v>0.99795</c:v>
                </c:pt>
                <c:pt idx="263">
                  <c:v>0.99967</c:v>
                </c:pt>
                <c:pt idx="264">
                  <c:v>0.99751</c:v>
                </c:pt>
                <c:pt idx="265">
                  <c:v>0.99781</c:v>
                </c:pt>
                <c:pt idx="266">
                  <c:v>0.99913</c:v>
                </c:pt>
                <c:pt idx="267">
                  <c:v>1.00828</c:v>
                </c:pt>
                <c:pt idx="268">
                  <c:v>1.0026</c:v>
                </c:pt>
                <c:pt idx="269">
                  <c:v>1.00038</c:v>
                </c:pt>
                <c:pt idx="270">
                  <c:v>1.00159</c:v>
                </c:pt>
                <c:pt idx="271">
                  <c:v>0.99902</c:v>
                </c:pt>
                <c:pt idx="272">
                  <c:v>0.99888</c:v>
                </c:pt>
                <c:pt idx="273">
                  <c:v>1.00246</c:v>
                </c:pt>
                <c:pt idx="274">
                  <c:v>1.00076</c:v>
                </c:pt>
                <c:pt idx="275">
                  <c:v>0.99961</c:v>
                </c:pt>
                <c:pt idx="276">
                  <c:v>0.99635</c:v>
                </c:pt>
                <c:pt idx="277">
                  <c:v>0.99991</c:v>
                </c:pt>
                <c:pt idx="278">
                  <c:v>0.99999</c:v>
                </c:pt>
                <c:pt idx="279">
                  <c:v>1.13791</c:v>
                </c:pt>
                <c:pt idx="280">
                  <c:v>1.14962</c:v>
                </c:pt>
                <c:pt idx="281">
                  <c:v>1.15704</c:v>
                </c:pt>
                <c:pt idx="282">
                  <c:v>1.11401</c:v>
                </c:pt>
                <c:pt idx="283">
                  <c:v>1.13316</c:v>
                </c:pt>
                <c:pt idx="284">
                  <c:v>1.14825</c:v>
                </c:pt>
                <c:pt idx="285">
                  <c:v>1.16371</c:v>
                </c:pt>
                <c:pt idx="286">
                  <c:v>1.11732</c:v>
                </c:pt>
                <c:pt idx="287">
                  <c:v>1.13194</c:v>
                </c:pt>
                <c:pt idx="288">
                  <c:v>1.0001</c:v>
                </c:pt>
                <c:pt idx="289">
                  <c:v>0.99893</c:v>
                </c:pt>
                <c:pt idx="290">
                  <c:v>0.99895</c:v>
                </c:pt>
                <c:pt idx="291">
                  <c:v>1.00147</c:v>
                </c:pt>
                <c:pt idx="292">
                  <c:v>1.00036</c:v>
                </c:pt>
                <c:pt idx="293">
                  <c:v>0.99958</c:v>
                </c:pt>
                <c:pt idx="294">
                  <c:v>0.99703</c:v>
                </c:pt>
                <c:pt idx="295">
                  <c:v>0.99944</c:v>
                </c:pt>
                <c:pt idx="296">
                  <c:v>0.99979</c:v>
                </c:pt>
                <c:pt idx="297">
                  <c:v>1.14423</c:v>
                </c:pt>
                <c:pt idx="298">
                  <c:v>1.15176</c:v>
                </c:pt>
                <c:pt idx="299">
                  <c:v>1.15754</c:v>
                </c:pt>
                <c:pt idx="300">
                  <c:v>1.12242</c:v>
                </c:pt>
                <c:pt idx="301">
                  <c:v>1.13656</c:v>
                </c:pt>
                <c:pt idx="302">
                  <c:v>1.1492</c:v>
                </c:pt>
                <c:pt idx="303">
                  <c:v>1.13587</c:v>
                </c:pt>
                <c:pt idx="304">
                  <c:v>1.11361</c:v>
                </c:pt>
                <c:pt idx="305">
                  <c:v>1.13308</c:v>
                </c:pt>
                <c:pt idx="306">
                  <c:v>0.99986</c:v>
                </c:pt>
                <c:pt idx="307">
                  <c:v>0.99891</c:v>
                </c:pt>
                <c:pt idx="308">
                  <c:v>0.99897</c:v>
                </c:pt>
                <c:pt idx="309">
                  <c:v>1.00224</c:v>
                </c:pt>
                <c:pt idx="310">
                  <c:v>1.00062</c:v>
                </c:pt>
                <c:pt idx="311">
                  <c:v>0.99963</c:v>
                </c:pt>
                <c:pt idx="312">
                  <c:v>1.00217</c:v>
                </c:pt>
                <c:pt idx="313">
                  <c:v>1.00132</c:v>
                </c:pt>
                <c:pt idx="314">
                  <c:v>1.00029</c:v>
                </c:pt>
                <c:pt idx="315">
                  <c:v>1.15249</c:v>
                </c:pt>
                <c:pt idx="316">
                  <c:v>1.15546</c:v>
                </c:pt>
                <c:pt idx="317">
                  <c:v>1.15874</c:v>
                </c:pt>
                <c:pt idx="318">
                  <c:v>1.13412</c:v>
                </c:pt>
                <c:pt idx="319">
                  <c:v>1.14221</c:v>
                </c:pt>
                <c:pt idx="320">
                  <c:v>1.15104</c:v>
                </c:pt>
                <c:pt idx="321">
                  <c:v>1.11969</c:v>
                </c:pt>
                <c:pt idx="322">
                  <c:v>1.12039</c:v>
                </c:pt>
                <c:pt idx="323">
                  <c:v>1.13586</c:v>
                </c:pt>
                <c:pt idx="324">
                  <c:v>0.97035</c:v>
                </c:pt>
                <c:pt idx="325">
                  <c:v>0.97929</c:v>
                </c:pt>
                <c:pt idx="326">
                  <c:v>0.98825</c:v>
                </c:pt>
                <c:pt idx="327">
                  <c:v>0.9785</c:v>
                </c:pt>
                <c:pt idx="328">
                  <c:v>0.98384</c:v>
                </c:pt>
                <c:pt idx="329">
                  <c:v>0.98998</c:v>
                </c:pt>
                <c:pt idx="330">
                  <c:v>0.98418</c:v>
                </c:pt>
                <c:pt idx="331">
                  <c:v>0.98907</c:v>
                </c:pt>
                <c:pt idx="332">
                  <c:v>0.99228</c:v>
                </c:pt>
                <c:pt idx="333">
                  <c:v>1.16559</c:v>
                </c:pt>
                <c:pt idx="334">
                  <c:v>1.17005</c:v>
                </c:pt>
                <c:pt idx="335">
                  <c:v>1.17541</c:v>
                </c:pt>
                <c:pt idx="336">
                  <c:v>1.15071</c:v>
                </c:pt>
                <c:pt idx="337">
                  <c:v>1.15818</c:v>
                </c:pt>
                <c:pt idx="338">
                  <c:v>1.16777</c:v>
                </c:pt>
                <c:pt idx="339">
                  <c:v>1.16185</c:v>
                </c:pt>
                <c:pt idx="340">
                  <c:v>1.15818</c:v>
                </c:pt>
                <c:pt idx="341">
                  <c:v>1.16616</c:v>
                </c:pt>
                <c:pt idx="342">
                  <c:v>0.99871</c:v>
                </c:pt>
                <c:pt idx="343">
                  <c:v>0.99608</c:v>
                </c:pt>
                <c:pt idx="344">
                  <c:v>0.99636</c:v>
                </c:pt>
                <c:pt idx="345">
                  <c:v>1.00219</c:v>
                </c:pt>
                <c:pt idx="346">
                  <c:v>1.00038</c:v>
                </c:pt>
                <c:pt idx="347">
                  <c:v>0.9984</c:v>
                </c:pt>
                <c:pt idx="348">
                  <c:v>0.99851</c:v>
                </c:pt>
                <c:pt idx="349">
                  <c:v>1.00048</c:v>
                </c:pt>
                <c:pt idx="350">
                  <c:v>1.00009</c:v>
                </c:pt>
                <c:pt idx="351">
                  <c:v>1.17024</c:v>
                </c:pt>
                <c:pt idx="352">
                  <c:v>1.17509</c:v>
                </c:pt>
                <c:pt idx="353">
                  <c:v>1.17887</c:v>
                </c:pt>
                <c:pt idx="354">
                  <c:v>1.14421</c:v>
                </c:pt>
                <c:pt idx="355">
                  <c:v>1.15889</c:v>
                </c:pt>
                <c:pt idx="356">
                  <c:v>1.17032</c:v>
                </c:pt>
                <c:pt idx="357">
                  <c:v>1.16715</c:v>
                </c:pt>
                <c:pt idx="358">
                  <c:v>1.13362</c:v>
                </c:pt>
                <c:pt idx="359">
                  <c:v>1.15432</c:v>
                </c:pt>
                <c:pt idx="360">
                  <c:v>0.99789</c:v>
                </c:pt>
                <c:pt idx="361">
                  <c:v>1.00065</c:v>
                </c:pt>
                <c:pt idx="362">
                  <c:v>1.00104</c:v>
                </c:pt>
                <c:pt idx="363">
                  <c:v>0.99837</c:v>
                </c:pt>
                <c:pt idx="364">
                  <c:v>0.99924</c:v>
                </c:pt>
                <c:pt idx="365">
                  <c:v>1.00031</c:v>
                </c:pt>
                <c:pt idx="366">
                  <c:v>1.00853</c:v>
                </c:pt>
                <c:pt idx="367">
                  <c:v>1.00147</c:v>
                </c:pt>
                <c:pt idx="368">
                  <c:v>1.00026</c:v>
                </c:pt>
                <c:pt idx="369">
                  <c:v>0.88556</c:v>
                </c:pt>
                <c:pt idx="370">
                  <c:v>0.87783</c:v>
                </c:pt>
                <c:pt idx="371">
                  <c:v>0.87313</c:v>
                </c:pt>
                <c:pt idx="372">
                  <c:v>0.89469</c:v>
                </c:pt>
                <c:pt idx="373">
                  <c:v>0.88832</c:v>
                </c:pt>
                <c:pt idx="374">
                  <c:v>0.87854</c:v>
                </c:pt>
                <c:pt idx="375">
                  <c:v>0.84104</c:v>
                </c:pt>
                <c:pt idx="376">
                  <c:v>0.88329</c:v>
                </c:pt>
                <c:pt idx="377">
                  <c:v>0.88892</c:v>
                </c:pt>
                <c:pt idx="378">
                  <c:v>0.99947</c:v>
                </c:pt>
                <c:pt idx="379">
                  <c:v>1.00083</c:v>
                </c:pt>
                <c:pt idx="380">
                  <c:v>1.00098</c:v>
                </c:pt>
                <c:pt idx="381">
                  <c:v>0.99899</c:v>
                </c:pt>
                <c:pt idx="382">
                  <c:v>0.99967</c:v>
                </c:pt>
                <c:pt idx="383">
                  <c:v>1.00037</c:v>
                </c:pt>
                <c:pt idx="384">
                  <c:v>1.00695</c:v>
                </c:pt>
                <c:pt idx="385">
                  <c:v>1.00201</c:v>
                </c:pt>
                <c:pt idx="386">
                  <c:v>1.00054</c:v>
                </c:pt>
                <c:pt idx="387">
                  <c:v>0.88159</c:v>
                </c:pt>
                <c:pt idx="388">
                  <c:v>0.87653</c:v>
                </c:pt>
                <c:pt idx="389">
                  <c:v>0.87281</c:v>
                </c:pt>
                <c:pt idx="390">
                  <c:v>0.89619</c:v>
                </c:pt>
                <c:pt idx="391">
                  <c:v>0.88643</c:v>
                </c:pt>
                <c:pt idx="392">
                  <c:v>0.87803</c:v>
                </c:pt>
                <c:pt idx="393">
                  <c:v>0.86785</c:v>
                </c:pt>
                <c:pt idx="394">
                  <c:v>0.89446</c:v>
                </c:pt>
                <c:pt idx="395">
                  <c:v>0.88852</c:v>
                </c:pt>
                <c:pt idx="396">
                  <c:v>0.99959</c:v>
                </c:pt>
                <c:pt idx="397">
                  <c:v>1.00083</c:v>
                </c:pt>
                <c:pt idx="398">
                  <c:v>1.00096</c:v>
                </c:pt>
                <c:pt idx="399">
                  <c:v>0.99746</c:v>
                </c:pt>
                <c:pt idx="400">
                  <c:v>0.99906</c:v>
                </c:pt>
                <c:pt idx="401">
                  <c:v>1.00022</c:v>
                </c:pt>
                <c:pt idx="402">
                  <c:v>0.99895</c:v>
                </c:pt>
                <c:pt idx="403">
                  <c:v>0.99906</c:v>
                </c:pt>
                <c:pt idx="404">
                  <c:v>0.99973</c:v>
                </c:pt>
                <c:pt idx="405">
                  <c:v>0.87559</c:v>
                </c:pt>
                <c:pt idx="406">
                  <c:v>0.87389</c:v>
                </c:pt>
                <c:pt idx="407">
                  <c:v>0.87197</c:v>
                </c:pt>
                <c:pt idx="408">
                  <c:v>0.88768</c:v>
                </c:pt>
                <c:pt idx="409">
                  <c:v>0.88237</c:v>
                </c:pt>
                <c:pt idx="410">
                  <c:v>0.87674</c:v>
                </c:pt>
                <c:pt idx="411">
                  <c:v>0.88215</c:v>
                </c:pt>
                <c:pt idx="412">
                  <c:v>0.89691</c:v>
                </c:pt>
                <c:pt idx="413">
                  <c:v>0.88657</c:v>
                </c:pt>
                <c:pt idx="414">
                  <c:v>1.02701</c:v>
                </c:pt>
                <c:pt idx="415">
                  <c:v>1.0186</c:v>
                </c:pt>
                <c:pt idx="416">
                  <c:v>1.01029</c:v>
                </c:pt>
                <c:pt idx="417">
                  <c:v>1.01969</c:v>
                </c:pt>
                <c:pt idx="418">
                  <c:v>1.01444</c:v>
                </c:pt>
                <c:pt idx="419">
                  <c:v>1.00871</c:v>
                </c:pt>
                <c:pt idx="420">
                  <c:v>1.01549</c:v>
                </c:pt>
                <c:pt idx="421">
                  <c:v>1.01055</c:v>
                </c:pt>
                <c:pt idx="422">
                  <c:v>1.00696</c:v>
                </c:pt>
                <c:pt idx="423">
                  <c:v>0.86672</c:v>
                </c:pt>
                <c:pt idx="424">
                  <c:v>0.86403</c:v>
                </c:pt>
                <c:pt idx="425">
                  <c:v>0.86063</c:v>
                </c:pt>
                <c:pt idx="426">
                  <c:v>0.87196</c:v>
                </c:pt>
                <c:pt idx="427">
                  <c:v>0.86841</c:v>
                </c:pt>
                <c:pt idx="428">
                  <c:v>0.86356</c:v>
                </c:pt>
                <c:pt idx="429">
                  <c:v>0.8448</c:v>
                </c:pt>
                <c:pt idx="430">
                  <c:v>0.86002</c:v>
                </c:pt>
                <c:pt idx="431">
                  <c:v>0.86008</c:v>
                </c:pt>
                <c:pt idx="432">
                  <c:v>1.00059</c:v>
                </c:pt>
                <c:pt idx="433">
                  <c:v>1.00342</c:v>
                </c:pt>
                <c:pt idx="434">
                  <c:v>1.00354</c:v>
                </c:pt>
                <c:pt idx="435">
                  <c:v>0.99834</c:v>
                </c:pt>
                <c:pt idx="436">
                  <c:v>0.99942</c:v>
                </c:pt>
                <c:pt idx="437">
                  <c:v>1.00131</c:v>
                </c:pt>
                <c:pt idx="438">
                  <c:v>1.00527</c:v>
                </c:pt>
                <c:pt idx="439">
                  <c:v>1.00099</c:v>
                </c:pt>
                <c:pt idx="440">
                  <c:v>1.00017</c:v>
                </c:pt>
                <c:pt idx="441">
                  <c:v>0.86388</c:v>
                </c:pt>
                <c:pt idx="442">
                  <c:v>0.86065</c:v>
                </c:pt>
                <c:pt idx="443">
                  <c:v>0.85831</c:v>
                </c:pt>
                <c:pt idx="444">
                  <c:v>0.88155</c:v>
                </c:pt>
                <c:pt idx="445">
                  <c:v>0.87063</c:v>
                </c:pt>
                <c:pt idx="446">
                  <c:v>0.86333</c:v>
                </c:pt>
                <c:pt idx="447">
                  <c:v>0.84017</c:v>
                </c:pt>
                <c:pt idx="448">
                  <c:v>0.87147</c:v>
                </c:pt>
                <c:pt idx="449">
                  <c:v>0.87313</c:v>
                </c:pt>
                <c:pt idx="450">
                  <c:v>1.02594</c:v>
                </c:pt>
                <c:pt idx="451">
                  <c:v>1.02887</c:v>
                </c:pt>
                <c:pt idx="452">
                  <c:v>1.03089</c:v>
                </c:pt>
                <c:pt idx="453">
                  <c:v>1.02282</c:v>
                </c:pt>
                <c:pt idx="454">
                  <c:v>1.02384</c:v>
                </c:pt>
                <c:pt idx="455">
                  <c:v>1.02799</c:v>
                </c:pt>
                <c:pt idx="456">
                  <c:v>1.02943</c:v>
                </c:pt>
                <c:pt idx="457">
                  <c:v>1.02392</c:v>
                </c:pt>
                <c:pt idx="458">
                  <c:v>1.02309</c:v>
                </c:pt>
                <c:pt idx="459">
                  <c:v>1.00141</c:v>
                </c:pt>
                <c:pt idx="460">
                  <c:v>1.00059</c:v>
                </c:pt>
                <c:pt idx="461">
                  <c:v>1.00014</c:v>
                </c:pt>
                <c:pt idx="462">
                  <c:v>1.00057</c:v>
                </c:pt>
                <c:pt idx="463">
                  <c:v>1.00058</c:v>
                </c:pt>
                <c:pt idx="464">
                  <c:v>1.00025</c:v>
                </c:pt>
                <c:pt idx="465">
                  <c:v>0.99927</c:v>
                </c:pt>
                <c:pt idx="466">
                  <c:v>0.99997</c:v>
                </c:pt>
                <c:pt idx="467">
                  <c:v>1.00014</c:v>
                </c:pt>
                <c:pt idx="468">
                  <c:v>1.03464</c:v>
                </c:pt>
                <c:pt idx="469">
                  <c:v>1.03757</c:v>
                </c:pt>
                <c:pt idx="470">
                  <c:v>1.04012</c:v>
                </c:pt>
                <c:pt idx="471">
                  <c:v>1.02737</c:v>
                </c:pt>
                <c:pt idx="472">
                  <c:v>1.03046</c:v>
                </c:pt>
                <c:pt idx="473">
                  <c:v>1.03578</c:v>
                </c:pt>
                <c:pt idx="474">
                  <c:v>1.03345</c:v>
                </c:pt>
                <c:pt idx="475">
                  <c:v>1.02922</c:v>
                </c:pt>
                <c:pt idx="476">
                  <c:v>1.02842</c:v>
                </c:pt>
                <c:pt idx="477">
                  <c:v>1.00174</c:v>
                </c:pt>
                <c:pt idx="478">
                  <c:v>1.00083</c:v>
                </c:pt>
                <c:pt idx="479">
                  <c:v>1.00019</c:v>
                </c:pt>
                <c:pt idx="480">
                  <c:v>1.00101</c:v>
                </c:pt>
                <c:pt idx="481">
                  <c:v>1.00093</c:v>
                </c:pt>
                <c:pt idx="482">
                  <c:v>1.00045</c:v>
                </c:pt>
                <c:pt idx="483">
                  <c:v>0.99959</c:v>
                </c:pt>
                <c:pt idx="484">
                  <c:v>1.00007</c:v>
                </c:pt>
                <c:pt idx="485">
                  <c:v>1.00028</c:v>
                </c:pt>
                <c:pt idx="486">
                  <c:v>1.03546</c:v>
                </c:pt>
                <c:pt idx="487">
                  <c:v>1.03775</c:v>
                </c:pt>
                <c:pt idx="488">
                  <c:v>1.04004</c:v>
                </c:pt>
                <c:pt idx="489">
                  <c:v>1.03095</c:v>
                </c:pt>
                <c:pt idx="490">
                  <c:v>1.03386</c:v>
                </c:pt>
                <c:pt idx="491">
                  <c:v>1.03747</c:v>
                </c:pt>
                <c:pt idx="492">
                  <c:v>1.03214</c:v>
                </c:pt>
                <c:pt idx="493">
                  <c:v>1.03091</c:v>
                </c:pt>
                <c:pt idx="494">
                  <c:v>1.03212</c:v>
                </c:pt>
                <c:pt idx="495">
                  <c:v>0.99953</c:v>
                </c:pt>
                <c:pt idx="496">
                  <c:v>0.99973</c:v>
                </c:pt>
                <c:pt idx="497">
                  <c:v>0.99988</c:v>
                </c:pt>
                <c:pt idx="498">
                  <c:v>0.99952</c:v>
                </c:pt>
                <c:pt idx="499">
                  <c:v>0.99988</c:v>
                </c:pt>
                <c:pt idx="500">
                  <c:v>0.99998</c:v>
                </c:pt>
                <c:pt idx="501">
                  <c:v>0.99892</c:v>
                </c:pt>
                <c:pt idx="502">
                  <c:v>0.9995</c:v>
                </c:pt>
                <c:pt idx="503">
                  <c:v>0.99989</c:v>
                </c:pt>
                <c:pt idx="504">
                  <c:v>1.03333</c:v>
                </c:pt>
                <c:pt idx="505">
                  <c:v>1.03258</c:v>
                </c:pt>
                <c:pt idx="506">
                  <c:v>1.03224</c:v>
                </c:pt>
                <c:pt idx="507">
                  <c:v>1.02817</c:v>
                </c:pt>
                <c:pt idx="508">
                  <c:v>1.0288</c:v>
                </c:pt>
                <c:pt idx="509">
                  <c:v>1.0299</c:v>
                </c:pt>
                <c:pt idx="510">
                  <c:v>1.02329</c:v>
                </c:pt>
                <c:pt idx="511">
                  <c:v>1.02246</c:v>
                </c:pt>
                <c:pt idx="512">
                  <c:v>1.02555</c:v>
                </c:pt>
                <c:pt idx="513">
                  <c:v>1.00036</c:v>
                </c:pt>
                <c:pt idx="514">
                  <c:v>1.00018</c:v>
                </c:pt>
                <c:pt idx="515">
                  <c:v>1.00006</c:v>
                </c:pt>
                <c:pt idx="516">
                  <c:v>1.00033</c:v>
                </c:pt>
                <c:pt idx="517">
                  <c:v>1.00026</c:v>
                </c:pt>
                <c:pt idx="518">
                  <c:v>1.00012</c:v>
                </c:pt>
                <c:pt idx="519">
                  <c:v>1.00018</c:v>
                </c:pt>
                <c:pt idx="520">
                  <c:v>1.00018</c:v>
                </c:pt>
                <c:pt idx="521">
                  <c:v>1.00014</c:v>
                </c:pt>
                <c:pt idx="522">
                  <c:v>1.02783</c:v>
                </c:pt>
                <c:pt idx="523">
                  <c:v>1.02959</c:v>
                </c:pt>
                <c:pt idx="524">
                  <c:v>1.03106</c:v>
                </c:pt>
                <c:pt idx="525">
                  <c:v>1.02189</c:v>
                </c:pt>
                <c:pt idx="526">
                  <c:v>1.02518</c:v>
                </c:pt>
                <c:pt idx="527">
                  <c:v>1.02843</c:v>
                </c:pt>
                <c:pt idx="528">
                  <c:v>1.02549</c:v>
                </c:pt>
                <c:pt idx="529">
                  <c:v>1.02234</c:v>
                </c:pt>
                <c:pt idx="530">
                  <c:v>1.02373</c:v>
                </c:pt>
                <c:pt idx="531">
                  <c:v>1.00147</c:v>
                </c:pt>
                <c:pt idx="532">
                  <c:v>1.00067</c:v>
                </c:pt>
                <c:pt idx="533">
                  <c:v>1.00018</c:v>
                </c:pt>
                <c:pt idx="534">
                  <c:v>1.00099</c:v>
                </c:pt>
                <c:pt idx="535">
                  <c:v>1.0008</c:v>
                </c:pt>
                <c:pt idx="536">
                  <c:v>1.00034</c:v>
                </c:pt>
                <c:pt idx="537">
                  <c:v>0.99962</c:v>
                </c:pt>
                <c:pt idx="538">
                  <c:v>1.00008</c:v>
                </c:pt>
                <c:pt idx="539">
                  <c:v>1.00023</c:v>
                </c:pt>
                <c:pt idx="540">
                  <c:v>1.00241</c:v>
                </c:pt>
                <c:pt idx="541">
                  <c:v>1.00082</c:v>
                </c:pt>
                <c:pt idx="542">
                  <c:v>1.00018</c:v>
                </c:pt>
                <c:pt idx="543">
                  <c:v>1.00215</c:v>
                </c:pt>
                <c:pt idx="544">
                  <c:v>1.00113</c:v>
                </c:pt>
                <c:pt idx="545">
                  <c:v>1.00036</c:v>
                </c:pt>
                <c:pt idx="546">
                  <c:v>1.00065</c:v>
                </c:pt>
                <c:pt idx="547">
                  <c:v>1.00081</c:v>
                </c:pt>
                <c:pt idx="548">
                  <c:v>1.00041</c:v>
                </c:pt>
                <c:pt idx="549">
                  <c:v>1.06204</c:v>
                </c:pt>
                <c:pt idx="550">
                  <c:v>1.07047</c:v>
                </c:pt>
                <c:pt idx="551">
                  <c:v>1.07594</c:v>
                </c:pt>
                <c:pt idx="552">
                  <c:v>1.04202</c:v>
                </c:pt>
                <c:pt idx="553">
                  <c:v>1.05618</c:v>
                </c:pt>
                <c:pt idx="554">
                  <c:v>1.06815</c:v>
                </c:pt>
                <c:pt idx="555">
                  <c:v>1.04612</c:v>
                </c:pt>
                <c:pt idx="556">
                  <c:v>1.04169</c:v>
                </c:pt>
                <c:pt idx="557">
                  <c:v>1.05419</c:v>
                </c:pt>
                <c:pt idx="558">
                  <c:v>1.00155</c:v>
                </c:pt>
                <c:pt idx="559">
                  <c:v>1.00063</c:v>
                </c:pt>
                <c:pt idx="560">
                  <c:v>1.00016</c:v>
                </c:pt>
                <c:pt idx="561">
                  <c:v>1.00166</c:v>
                </c:pt>
                <c:pt idx="562">
                  <c:v>1.00094</c:v>
                </c:pt>
                <c:pt idx="563">
                  <c:v>1.00033</c:v>
                </c:pt>
                <c:pt idx="564">
                  <c:v>1.00071</c:v>
                </c:pt>
                <c:pt idx="565">
                  <c:v>1.0007</c:v>
                </c:pt>
                <c:pt idx="566">
                  <c:v>1.00035</c:v>
                </c:pt>
                <c:pt idx="567">
                  <c:v>1.06675</c:v>
                </c:pt>
                <c:pt idx="568">
                  <c:v>1.0721</c:v>
                </c:pt>
                <c:pt idx="569">
                  <c:v>1.07632</c:v>
                </c:pt>
                <c:pt idx="570">
                  <c:v>1.049</c:v>
                </c:pt>
                <c:pt idx="571">
                  <c:v>1.05925</c:v>
                </c:pt>
                <c:pt idx="572">
                  <c:v>1.06904</c:v>
                </c:pt>
                <c:pt idx="573">
                  <c:v>1.04323</c:v>
                </c:pt>
                <c:pt idx="574">
                  <c:v>1.04093</c:v>
                </c:pt>
                <c:pt idx="575">
                  <c:v>1.05559</c:v>
                </c:pt>
                <c:pt idx="576">
                  <c:v>1.00114</c:v>
                </c:pt>
                <c:pt idx="577">
                  <c:v>1.00049</c:v>
                </c:pt>
                <c:pt idx="578">
                  <c:v>1.00013</c:v>
                </c:pt>
                <c:pt idx="579">
                  <c:v>1.00149</c:v>
                </c:pt>
                <c:pt idx="580">
                  <c:v>1.00087</c:v>
                </c:pt>
                <c:pt idx="581">
                  <c:v>1.0003</c:v>
                </c:pt>
                <c:pt idx="582">
                  <c:v>1.00126</c:v>
                </c:pt>
                <c:pt idx="583">
                  <c:v>1.00093</c:v>
                </c:pt>
                <c:pt idx="584">
                  <c:v>1.00044</c:v>
                </c:pt>
                <c:pt idx="585">
                  <c:v>1.07168</c:v>
                </c:pt>
                <c:pt idx="586">
                  <c:v>1.07429</c:v>
                </c:pt>
                <c:pt idx="587">
                  <c:v>1.07701</c:v>
                </c:pt>
                <c:pt idx="588">
                  <c:v>1.05634</c:v>
                </c:pt>
                <c:pt idx="589">
                  <c:v>1.06291</c:v>
                </c:pt>
                <c:pt idx="590">
                  <c:v>1.07024</c:v>
                </c:pt>
                <c:pt idx="591">
                  <c:v>1.0422</c:v>
                </c:pt>
                <c:pt idx="592">
                  <c:v>1.0454</c:v>
                </c:pt>
                <c:pt idx="593">
                  <c:v>1.05749</c:v>
                </c:pt>
                <c:pt idx="594">
                  <c:v>0.99177</c:v>
                </c:pt>
                <c:pt idx="595">
                  <c:v>0.99532</c:v>
                </c:pt>
                <c:pt idx="596">
                  <c:v>0.99813</c:v>
                </c:pt>
                <c:pt idx="597">
                  <c:v>0.99396</c:v>
                </c:pt>
                <c:pt idx="598">
                  <c:v>0.99631</c:v>
                </c:pt>
                <c:pt idx="599">
                  <c:v>0.99838</c:v>
                </c:pt>
                <c:pt idx="600">
                  <c:v>0.99621</c:v>
                </c:pt>
                <c:pt idx="601">
                  <c:v>0.99763</c:v>
                </c:pt>
                <c:pt idx="602">
                  <c:v>0.99878</c:v>
                </c:pt>
                <c:pt idx="603">
                  <c:v>1.0752</c:v>
                </c:pt>
                <c:pt idx="604">
                  <c:v>1.07826</c:v>
                </c:pt>
                <c:pt idx="605">
                  <c:v>1.0816</c:v>
                </c:pt>
                <c:pt idx="606">
                  <c:v>1.06253</c:v>
                </c:pt>
                <c:pt idx="607">
                  <c:v>1.06827</c:v>
                </c:pt>
                <c:pt idx="608">
                  <c:v>1.07525</c:v>
                </c:pt>
                <c:pt idx="609">
                  <c:v>1.0547</c:v>
                </c:pt>
                <c:pt idx="610">
                  <c:v>1.05716</c:v>
                </c:pt>
                <c:pt idx="611">
                  <c:v>1.06668</c:v>
                </c:pt>
                <c:pt idx="612">
                  <c:v>1.00274</c:v>
                </c:pt>
                <c:pt idx="613">
                  <c:v>1.00086</c:v>
                </c:pt>
                <c:pt idx="614">
                  <c:v>0.99996</c:v>
                </c:pt>
                <c:pt idx="615">
                  <c:v>1.00332</c:v>
                </c:pt>
                <c:pt idx="616">
                  <c:v>1.00222</c:v>
                </c:pt>
                <c:pt idx="617">
                  <c:v>1.00073</c:v>
                </c:pt>
                <c:pt idx="618">
                  <c:v>1.00228</c:v>
                </c:pt>
                <c:pt idx="619">
                  <c:v>1.00189</c:v>
                </c:pt>
                <c:pt idx="620">
                  <c:v>1.00114</c:v>
                </c:pt>
                <c:pt idx="621">
                  <c:v>1.07419</c:v>
                </c:pt>
                <c:pt idx="622">
                  <c:v>1.07881</c:v>
                </c:pt>
                <c:pt idx="623">
                  <c:v>1.08244</c:v>
                </c:pt>
                <c:pt idx="624">
                  <c:v>1.0554</c:v>
                </c:pt>
                <c:pt idx="625">
                  <c:v>1.06602</c:v>
                </c:pt>
                <c:pt idx="626">
                  <c:v>1.0754</c:v>
                </c:pt>
                <c:pt idx="627">
                  <c:v>1.05171</c:v>
                </c:pt>
                <c:pt idx="628">
                  <c:v>1.04732</c:v>
                </c:pt>
                <c:pt idx="629">
                  <c:v>1.06203</c:v>
                </c:pt>
                <c:pt idx="630">
                  <c:v>1.04533</c:v>
                </c:pt>
                <c:pt idx="631">
                  <c:v>1.04612</c:v>
                </c:pt>
                <c:pt idx="632">
                  <c:v>1.04724</c:v>
                </c:pt>
                <c:pt idx="633">
                  <c:v>1.04768</c:v>
                </c:pt>
                <c:pt idx="634">
                  <c:v>1.04358</c:v>
                </c:pt>
                <c:pt idx="635">
                  <c:v>1.04579</c:v>
                </c:pt>
                <c:pt idx="636">
                  <c:v>1.07185</c:v>
                </c:pt>
                <c:pt idx="637">
                  <c:v>1.05169</c:v>
                </c:pt>
                <c:pt idx="638">
                  <c:v>1.04275</c:v>
                </c:pt>
                <c:pt idx="639">
                  <c:v>1.06565</c:v>
                </c:pt>
                <c:pt idx="640">
                  <c:v>1.07037</c:v>
                </c:pt>
                <c:pt idx="641">
                  <c:v>1.07369</c:v>
                </c:pt>
                <c:pt idx="642">
                  <c:v>1.05081</c:v>
                </c:pt>
                <c:pt idx="643">
                  <c:v>1.06102</c:v>
                </c:pt>
                <c:pt idx="644">
                  <c:v>1.06881</c:v>
                </c:pt>
                <c:pt idx="645">
                  <c:v>1.06677</c:v>
                </c:pt>
                <c:pt idx="646">
                  <c:v>1.0523</c:v>
                </c:pt>
                <c:pt idx="647">
                  <c:v>1.05933</c:v>
                </c:pt>
                <c:pt idx="648">
                  <c:v>1.05362</c:v>
                </c:pt>
                <c:pt idx="649">
                  <c:v>1.05493</c:v>
                </c:pt>
                <c:pt idx="650">
                  <c:v>1.05646</c:v>
                </c:pt>
                <c:pt idx="651">
                  <c:v>1.05053</c:v>
                </c:pt>
                <c:pt idx="652">
                  <c:v>1.05068</c:v>
                </c:pt>
                <c:pt idx="653">
                  <c:v>1.05391</c:v>
                </c:pt>
                <c:pt idx="654">
                  <c:v>1.07484</c:v>
                </c:pt>
                <c:pt idx="655">
                  <c:v>1.05856</c:v>
                </c:pt>
                <c:pt idx="656">
                  <c:v>1.04893</c:v>
                </c:pt>
                <c:pt idx="657">
                  <c:v>1.06888</c:v>
                </c:pt>
                <c:pt idx="658">
                  <c:v>1.07141</c:v>
                </c:pt>
                <c:pt idx="659">
                  <c:v>1.07374</c:v>
                </c:pt>
                <c:pt idx="660">
                  <c:v>1.05587</c:v>
                </c:pt>
                <c:pt idx="661">
                  <c:v>1.06323</c:v>
                </c:pt>
                <c:pt idx="662">
                  <c:v>1.06944</c:v>
                </c:pt>
                <c:pt idx="663">
                  <c:v>1.05714</c:v>
                </c:pt>
                <c:pt idx="664">
                  <c:v>1.04908</c:v>
                </c:pt>
                <c:pt idx="665">
                  <c:v>1.06013</c:v>
                </c:pt>
                <c:pt idx="666">
                  <c:v>1.05475</c:v>
                </c:pt>
                <c:pt idx="667">
                  <c:v>1.05546</c:v>
                </c:pt>
                <c:pt idx="668">
                  <c:v>1.05664</c:v>
                </c:pt>
                <c:pt idx="669">
                  <c:v>1.05851</c:v>
                </c:pt>
                <c:pt idx="670">
                  <c:v>1.05783</c:v>
                </c:pt>
                <c:pt idx="671">
                  <c:v>1.05777</c:v>
                </c:pt>
                <c:pt idx="672">
                  <c:v>1.07878</c:v>
                </c:pt>
                <c:pt idx="673">
                  <c:v>1.06688</c:v>
                </c:pt>
                <c:pt idx="674">
                  <c:v>1.0584</c:v>
                </c:pt>
                <c:pt idx="675">
                  <c:v>1.06695</c:v>
                </c:pt>
                <c:pt idx="676">
                  <c:v>1.06988</c:v>
                </c:pt>
                <c:pt idx="677">
                  <c:v>1.073</c:v>
                </c:pt>
                <c:pt idx="678">
                  <c:v>1.0574</c:v>
                </c:pt>
                <c:pt idx="679">
                  <c:v>1.06301</c:v>
                </c:pt>
                <c:pt idx="680">
                  <c:v>1.06889</c:v>
                </c:pt>
                <c:pt idx="681">
                  <c:v>1.04956</c:v>
                </c:pt>
                <c:pt idx="682">
                  <c:v>1.0506</c:v>
                </c:pt>
                <c:pt idx="683">
                  <c:v>1.06031</c:v>
                </c:pt>
                <c:pt idx="684">
                  <c:v>1.03954</c:v>
                </c:pt>
                <c:pt idx="685">
                  <c:v>1.04194</c:v>
                </c:pt>
                <c:pt idx="686">
                  <c:v>1.04464</c:v>
                </c:pt>
                <c:pt idx="687">
                  <c:v>1.03909</c:v>
                </c:pt>
                <c:pt idx="688">
                  <c:v>1.04122</c:v>
                </c:pt>
                <c:pt idx="689">
                  <c:v>1.04384</c:v>
                </c:pt>
                <c:pt idx="690">
                  <c:v>1.04031</c:v>
                </c:pt>
                <c:pt idx="691">
                  <c:v>1.03825</c:v>
                </c:pt>
                <c:pt idx="692">
                  <c:v>1.04181</c:v>
                </c:pt>
                <c:pt idx="693">
                  <c:v>1.07635</c:v>
                </c:pt>
                <c:pt idx="694">
                  <c:v>1.07838</c:v>
                </c:pt>
                <c:pt idx="695">
                  <c:v>1.08091</c:v>
                </c:pt>
                <c:pt idx="696">
                  <c:v>1.06837</c:v>
                </c:pt>
                <c:pt idx="697">
                  <c:v>1.07215</c:v>
                </c:pt>
                <c:pt idx="698">
                  <c:v>1.0769</c:v>
                </c:pt>
                <c:pt idx="699">
                  <c:v>1.07148</c:v>
                </c:pt>
                <c:pt idx="700">
                  <c:v>1.06937</c:v>
                </c:pt>
                <c:pt idx="701">
                  <c:v>1.07429</c:v>
                </c:pt>
                <c:pt idx="702">
                  <c:v>1.04551</c:v>
                </c:pt>
                <c:pt idx="703">
                  <c:v>1.04549</c:v>
                </c:pt>
                <c:pt idx="704">
                  <c:v>1.04636</c:v>
                </c:pt>
                <c:pt idx="705">
                  <c:v>1.0424</c:v>
                </c:pt>
                <c:pt idx="706">
                  <c:v>1.04444</c:v>
                </c:pt>
                <c:pt idx="707">
                  <c:v>1.04571</c:v>
                </c:pt>
                <c:pt idx="708">
                  <c:v>1.05753</c:v>
                </c:pt>
                <c:pt idx="709">
                  <c:v>1.04612</c:v>
                </c:pt>
                <c:pt idx="710">
                  <c:v>1.04325</c:v>
                </c:pt>
                <c:pt idx="711">
                  <c:v>1.0794</c:v>
                </c:pt>
                <c:pt idx="712">
                  <c:v>1.08089</c:v>
                </c:pt>
                <c:pt idx="713">
                  <c:v>1.08242</c:v>
                </c:pt>
                <c:pt idx="714">
                  <c:v>1.06494</c:v>
                </c:pt>
                <c:pt idx="715">
                  <c:v>1.07237</c:v>
                </c:pt>
                <c:pt idx="716">
                  <c:v>1.07797</c:v>
                </c:pt>
                <c:pt idx="717">
                  <c:v>1.07035</c:v>
                </c:pt>
                <c:pt idx="718">
                  <c:v>1.05788</c:v>
                </c:pt>
                <c:pt idx="719">
                  <c:v>1.06876</c:v>
                </c:pt>
                <c:pt idx="720">
                  <c:v>1.14761</c:v>
                </c:pt>
                <c:pt idx="721">
                  <c:v>1.1515</c:v>
                </c:pt>
                <c:pt idx="722">
                  <c:v>1.15631</c:v>
                </c:pt>
                <c:pt idx="723">
                  <c:v>1.14582</c:v>
                </c:pt>
                <c:pt idx="724">
                  <c:v>1.14106</c:v>
                </c:pt>
                <c:pt idx="725">
                  <c:v>1.15009</c:v>
                </c:pt>
                <c:pt idx="726">
                  <c:v>1.22351</c:v>
                </c:pt>
                <c:pt idx="727">
                  <c:v>1.15866</c:v>
                </c:pt>
                <c:pt idx="728">
                  <c:v>1.13801</c:v>
                </c:pt>
                <c:pt idx="729">
                  <c:v>1.21861</c:v>
                </c:pt>
                <c:pt idx="730">
                  <c:v>1.23516</c:v>
                </c:pt>
                <c:pt idx="731">
                  <c:v>1.24707</c:v>
                </c:pt>
                <c:pt idx="732">
                  <c:v>1.16773</c:v>
                </c:pt>
                <c:pt idx="733">
                  <c:v>1.20262</c:v>
                </c:pt>
                <c:pt idx="734">
                  <c:v>1.22979</c:v>
                </c:pt>
                <c:pt idx="735">
                  <c:v>1.20944</c:v>
                </c:pt>
                <c:pt idx="736">
                  <c:v>1.16183</c:v>
                </c:pt>
                <c:pt idx="737">
                  <c:v>1.1967</c:v>
                </c:pt>
                <c:pt idx="738">
                  <c:v>1.17705</c:v>
                </c:pt>
                <c:pt idx="739">
                  <c:v>1.18241</c:v>
                </c:pt>
                <c:pt idx="740">
                  <c:v>1.1885</c:v>
                </c:pt>
                <c:pt idx="741">
                  <c:v>1.15662</c:v>
                </c:pt>
                <c:pt idx="742">
                  <c:v>1.16603</c:v>
                </c:pt>
                <c:pt idx="743">
                  <c:v>1.17842</c:v>
                </c:pt>
                <c:pt idx="744">
                  <c:v>1.23317</c:v>
                </c:pt>
                <c:pt idx="745">
                  <c:v>1.1813</c:v>
                </c:pt>
                <c:pt idx="746">
                  <c:v>1.15958</c:v>
                </c:pt>
                <c:pt idx="747">
                  <c:v>1.23012</c:v>
                </c:pt>
                <c:pt idx="748">
                  <c:v>1.23885</c:v>
                </c:pt>
                <c:pt idx="749">
                  <c:v>1.24725</c:v>
                </c:pt>
                <c:pt idx="750">
                  <c:v>1.18596</c:v>
                </c:pt>
                <c:pt idx="751">
                  <c:v>1.21074</c:v>
                </c:pt>
                <c:pt idx="752">
                  <c:v>1.23208</c:v>
                </c:pt>
                <c:pt idx="753">
                  <c:v>1.17931</c:v>
                </c:pt>
                <c:pt idx="754">
                  <c:v>1.16231</c:v>
                </c:pt>
                <c:pt idx="755">
                  <c:v>1.19996</c:v>
                </c:pt>
                <c:pt idx="756">
                  <c:v>1.17915</c:v>
                </c:pt>
                <c:pt idx="757">
                  <c:v>1.18304</c:v>
                </c:pt>
                <c:pt idx="758">
                  <c:v>1.18846</c:v>
                </c:pt>
                <c:pt idx="759">
                  <c:v>1.18733</c:v>
                </c:pt>
                <c:pt idx="760">
                  <c:v>1.18779</c:v>
                </c:pt>
                <c:pt idx="761">
                  <c:v>1.19019</c:v>
                </c:pt>
                <c:pt idx="762">
                  <c:v>1.2438</c:v>
                </c:pt>
                <c:pt idx="763">
                  <c:v>1.20955</c:v>
                </c:pt>
                <c:pt idx="764">
                  <c:v>1.18887</c:v>
                </c:pt>
                <c:pt idx="765">
                  <c:v>1.22242</c:v>
                </c:pt>
                <c:pt idx="766">
                  <c:v>1.23306</c:v>
                </c:pt>
                <c:pt idx="767">
                  <c:v>1.2444</c:v>
                </c:pt>
                <c:pt idx="768">
                  <c:v>1.18981</c:v>
                </c:pt>
                <c:pt idx="769">
                  <c:v>1.20918</c:v>
                </c:pt>
                <c:pt idx="770">
                  <c:v>1.22988</c:v>
                </c:pt>
                <c:pt idx="771">
                  <c:v>1.15282</c:v>
                </c:pt>
                <c:pt idx="772">
                  <c:v>1.16697</c:v>
                </c:pt>
                <c:pt idx="773">
                  <c:v>1.2002</c:v>
                </c:pt>
                <c:pt idx="774">
                  <c:v>1.12956</c:v>
                </c:pt>
                <c:pt idx="775">
                  <c:v>1.13797</c:v>
                </c:pt>
                <c:pt idx="776">
                  <c:v>1.14753</c:v>
                </c:pt>
                <c:pt idx="777">
                  <c:v>1.12635</c:v>
                </c:pt>
                <c:pt idx="778">
                  <c:v>1.13407</c:v>
                </c:pt>
                <c:pt idx="779">
                  <c:v>1.14379</c:v>
                </c:pt>
                <c:pt idx="780">
                  <c:v>1.1234</c:v>
                </c:pt>
                <c:pt idx="781">
                  <c:v>1.12289</c:v>
                </c:pt>
                <c:pt idx="782">
                  <c:v>1.13544</c:v>
                </c:pt>
                <c:pt idx="783">
                  <c:v>1.25639</c:v>
                </c:pt>
                <c:pt idx="784">
                  <c:v>1.26376</c:v>
                </c:pt>
                <c:pt idx="785">
                  <c:v>1.27285</c:v>
                </c:pt>
                <c:pt idx="786">
                  <c:v>1.22595</c:v>
                </c:pt>
                <c:pt idx="787">
                  <c:v>1.23999</c:v>
                </c:pt>
                <c:pt idx="788">
                  <c:v>1.25759</c:v>
                </c:pt>
                <c:pt idx="789">
                  <c:v>1.22195</c:v>
                </c:pt>
                <c:pt idx="790">
                  <c:v>1.22556</c:v>
                </c:pt>
                <c:pt idx="791">
                  <c:v>1.24535</c:v>
                </c:pt>
                <c:pt idx="792">
                  <c:v>1.14919</c:v>
                </c:pt>
                <c:pt idx="793">
                  <c:v>1.14971</c:v>
                </c:pt>
                <c:pt idx="794">
                  <c:v>1.15345</c:v>
                </c:pt>
                <c:pt idx="795">
                  <c:v>1.13774</c:v>
                </c:pt>
                <c:pt idx="796">
                  <c:v>1.14468</c:v>
                </c:pt>
                <c:pt idx="797">
                  <c:v>1.14997</c:v>
                </c:pt>
                <c:pt idx="798">
                  <c:v>1.17944</c:v>
                </c:pt>
                <c:pt idx="799">
                  <c:v>1.14224</c:v>
                </c:pt>
                <c:pt idx="800">
                  <c:v>1.14023</c:v>
                </c:pt>
                <c:pt idx="801">
                  <c:v>1.2678</c:v>
                </c:pt>
                <c:pt idx="802">
                  <c:v>1.27284</c:v>
                </c:pt>
                <c:pt idx="803">
                  <c:v>1.27829</c:v>
                </c:pt>
                <c:pt idx="804">
                  <c:v>1.21836</c:v>
                </c:pt>
                <c:pt idx="805">
                  <c:v>1.2429</c:v>
                </c:pt>
                <c:pt idx="806">
                  <c:v>1.26234</c:v>
                </c:pt>
                <c:pt idx="807">
                  <c:v>1.222</c:v>
                </c:pt>
                <c:pt idx="808">
                  <c:v>1.19062</c:v>
                </c:pt>
                <c:pt idx="809">
                  <c:v>1.23012</c:v>
                </c:pt>
                <c:pt idx="810">
                  <c:v>0.88241</c:v>
                </c:pt>
                <c:pt idx="811">
                  <c:v>0.88192</c:v>
                </c:pt>
                <c:pt idx="812">
                  <c:v>0.88072</c:v>
                </c:pt>
                <c:pt idx="813">
                  <c:v>0.86475</c:v>
                </c:pt>
                <c:pt idx="814">
                  <c:v>0.88574</c:v>
                </c:pt>
                <c:pt idx="815">
                  <c:v>0.88232</c:v>
                </c:pt>
                <c:pt idx="816">
                  <c:v>0.80604</c:v>
                </c:pt>
                <c:pt idx="817">
                  <c:v>0.85413</c:v>
                </c:pt>
                <c:pt idx="818">
                  <c:v>0.88741</c:v>
                </c:pt>
                <c:pt idx="819">
                  <c:v>0.83683</c:v>
                </c:pt>
                <c:pt idx="820">
                  <c:v>0.82591</c:v>
                </c:pt>
                <c:pt idx="821">
                  <c:v>0.81882</c:v>
                </c:pt>
                <c:pt idx="822">
                  <c:v>0.86002</c:v>
                </c:pt>
                <c:pt idx="823">
                  <c:v>0.8475</c:v>
                </c:pt>
                <c:pt idx="824">
                  <c:v>0.82951</c:v>
                </c:pt>
                <c:pt idx="825">
                  <c:v>0.82286</c:v>
                </c:pt>
                <c:pt idx="826">
                  <c:v>0.85399</c:v>
                </c:pt>
                <c:pt idx="827">
                  <c:v>0.85131</c:v>
                </c:pt>
                <c:pt idx="828">
                  <c:v>0.86407</c:v>
                </c:pt>
                <c:pt idx="829">
                  <c:v>0.86209</c:v>
                </c:pt>
                <c:pt idx="830">
                  <c:v>0.85972</c:v>
                </c:pt>
                <c:pt idx="831">
                  <c:v>0.85816</c:v>
                </c:pt>
                <c:pt idx="832">
                  <c:v>0.86975</c:v>
                </c:pt>
                <c:pt idx="833">
                  <c:v>0.8638</c:v>
                </c:pt>
                <c:pt idx="834">
                  <c:v>0.7965</c:v>
                </c:pt>
                <c:pt idx="835">
                  <c:v>0.83661</c:v>
                </c:pt>
                <c:pt idx="836">
                  <c:v>0.87306</c:v>
                </c:pt>
                <c:pt idx="837">
                  <c:v>0.82993</c:v>
                </c:pt>
                <c:pt idx="838">
                  <c:v>0.82376</c:v>
                </c:pt>
                <c:pt idx="839">
                  <c:v>0.81872</c:v>
                </c:pt>
                <c:pt idx="840">
                  <c:v>0.86151</c:v>
                </c:pt>
                <c:pt idx="841">
                  <c:v>0.84328</c:v>
                </c:pt>
                <c:pt idx="842">
                  <c:v>0.82838</c:v>
                </c:pt>
                <c:pt idx="843">
                  <c:v>0.84768</c:v>
                </c:pt>
                <c:pt idx="844">
                  <c:v>0.86636</c:v>
                </c:pt>
                <c:pt idx="845">
                  <c:v>0.85039</c:v>
                </c:pt>
                <c:pt idx="846">
                  <c:v>0.85843</c:v>
                </c:pt>
                <c:pt idx="847">
                  <c:v>0.85893</c:v>
                </c:pt>
                <c:pt idx="848">
                  <c:v>0.85825</c:v>
                </c:pt>
                <c:pt idx="849">
                  <c:v>0.8374</c:v>
                </c:pt>
                <c:pt idx="850">
                  <c:v>0.84876</c:v>
                </c:pt>
                <c:pt idx="851">
                  <c:v>0.85258</c:v>
                </c:pt>
                <c:pt idx="852">
                  <c:v>0.77829</c:v>
                </c:pt>
                <c:pt idx="853">
                  <c:v>0.81486</c:v>
                </c:pt>
                <c:pt idx="854">
                  <c:v>0.84482</c:v>
                </c:pt>
                <c:pt idx="855">
                  <c:v>0.83262</c:v>
                </c:pt>
                <c:pt idx="856">
                  <c:v>0.82644</c:v>
                </c:pt>
                <c:pt idx="857">
                  <c:v>0.82002</c:v>
                </c:pt>
                <c:pt idx="858">
                  <c:v>0.8559</c:v>
                </c:pt>
                <c:pt idx="859">
                  <c:v>0.84255</c:v>
                </c:pt>
                <c:pt idx="860">
                  <c:v>0.82916</c:v>
                </c:pt>
                <c:pt idx="861">
                  <c:v>0.86402</c:v>
                </c:pt>
                <c:pt idx="862">
                  <c:v>0.87227</c:v>
                </c:pt>
                <c:pt idx="863">
                  <c:v>0.84943</c:v>
                </c:pt>
                <c:pt idx="864">
                  <c:v>0.89824</c:v>
                </c:pt>
                <c:pt idx="865">
                  <c:v>0.89289</c:v>
                </c:pt>
                <c:pt idx="866">
                  <c:v>0.88696</c:v>
                </c:pt>
                <c:pt idx="867">
                  <c:v>0.89735</c:v>
                </c:pt>
                <c:pt idx="868">
                  <c:v>0.89268</c:v>
                </c:pt>
                <c:pt idx="869">
                  <c:v>0.88745</c:v>
                </c:pt>
                <c:pt idx="870">
                  <c:v>0.8857</c:v>
                </c:pt>
                <c:pt idx="871">
                  <c:v>0.89702</c:v>
                </c:pt>
                <c:pt idx="872">
                  <c:v>0.89057</c:v>
                </c:pt>
                <c:pt idx="873">
                  <c:v>0.81265</c:v>
                </c:pt>
                <c:pt idx="874">
                  <c:v>0.80843</c:v>
                </c:pt>
                <c:pt idx="875">
                  <c:v>0.8031</c:v>
                </c:pt>
                <c:pt idx="876">
                  <c:v>0.82525</c:v>
                </c:pt>
                <c:pt idx="877">
                  <c:v>0.8184</c:v>
                </c:pt>
                <c:pt idx="878">
                  <c:v>0.80959</c:v>
                </c:pt>
                <c:pt idx="879">
                  <c:v>0.80119</c:v>
                </c:pt>
                <c:pt idx="880">
                  <c:v>0.81574</c:v>
                </c:pt>
                <c:pt idx="881">
                  <c:v>0.81186</c:v>
                </c:pt>
                <c:pt idx="882">
                  <c:v>0.88347</c:v>
                </c:pt>
                <c:pt idx="883">
                  <c:v>0.88401</c:v>
                </c:pt>
                <c:pt idx="884">
                  <c:v>0.88303</c:v>
                </c:pt>
                <c:pt idx="885">
                  <c:v>0.89014</c:v>
                </c:pt>
                <c:pt idx="886">
                  <c:v>0.88502</c:v>
                </c:pt>
                <c:pt idx="887">
                  <c:v>0.88285</c:v>
                </c:pt>
                <c:pt idx="888">
                  <c:v>0.84489</c:v>
                </c:pt>
                <c:pt idx="889">
                  <c:v>0.87124</c:v>
                </c:pt>
                <c:pt idx="890">
                  <c:v>0.8873</c:v>
                </c:pt>
                <c:pt idx="891">
                  <c:v>0.80697</c:v>
                </c:pt>
                <c:pt idx="892">
                  <c:v>0.80318</c:v>
                </c:pt>
                <c:pt idx="893">
                  <c:v>0.79988</c:v>
                </c:pt>
                <c:pt idx="894">
                  <c:v>0.84223</c:v>
                </c:pt>
                <c:pt idx="895">
                  <c:v>0.82273</c:v>
                </c:pt>
                <c:pt idx="896">
                  <c:v>0.80948</c:v>
                </c:pt>
                <c:pt idx="897">
                  <c:v>0.81336</c:v>
                </c:pt>
                <c:pt idx="898">
                  <c:v>0.83723</c:v>
                </c:pt>
                <c:pt idx="899">
                  <c:v>0.83067</c:v>
                </c:pt>
                <c:pt idx="900">
                  <c:v>1.13677</c:v>
                </c:pt>
                <c:pt idx="901">
                  <c:v>1.15124</c:v>
                </c:pt>
                <c:pt idx="902">
                  <c:v>1.15836</c:v>
                </c:pt>
                <c:pt idx="903">
                  <c:v>1.13534</c:v>
                </c:pt>
                <c:pt idx="904">
                  <c:v>1.13566</c:v>
                </c:pt>
                <c:pt idx="905">
                  <c:v>1.1498</c:v>
                </c:pt>
                <c:pt idx="906">
                  <c:v>1.2246</c:v>
                </c:pt>
                <c:pt idx="907">
                  <c:v>1.15554</c:v>
                </c:pt>
                <c:pt idx="908">
                  <c:v>1.13642</c:v>
                </c:pt>
                <c:pt idx="909">
                  <c:v>0.84539</c:v>
                </c:pt>
                <c:pt idx="910">
                  <c:v>0.82886</c:v>
                </c:pt>
                <c:pt idx="911">
                  <c:v>0.81912</c:v>
                </c:pt>
                <c:pt idx="912">
                  <c:v>0.85907</c:v>
                </c:pt>
                <c:pt idx="913">
                  <c:v>0.8491</c:v>
                </c:pt>
                <c:pt idx="914">
                  <c:v>0.83027</c:v>
                </c:pt>
                <c:pt idx="915">
                  <c:v>0.78918</c:v>
                </c:pt>
                <c:pt idx="916">
                  <c:v>0.84468</c:v>
                </c:pt>
                <c:pt idx="917">
                  <c:v>0.84949</c:v>
                </c:pt>
                <c:pt idx="918">
                  <c:v>1.17183</c:v>
                </c:pt>
                <c:pt idx="919">
                  <c:v>1.1829</c:v>
                </c:pt>
                <c:pt idx="920">
                  <c:v>1.1905</c:v>
                </c:pt>
                <c:pt idx="921">
                  <c:v>1.14804</c:v>
                </c:pt>
                <c:pt idx="922">
                  <c:v>1.16185</c:v>
                </c:pt>
                <c:pt idx="923">
                  <c:v>1.17823</c:v>
                </c:pt>
                <c:pt idx="924">
                  <c:v>1.23332</c:v>
                </c:pt>
                <c:pt idx="925">
                  <c:v>1.179</c:v>
                </c:pt>
                <c:pt idx="926">
                  <c:v>1.1584</c:v>
                </c:pt>
                <c:pt idx="927">
                  <c:v>0.83771</c:v>
                </c:pt>
                <c:pt idx="928">
                  <c:v>0.82609</c:v>
                </c:pt>
                <c:pt idx="929">
                  <c:v>0.81803</c:v>
                </c:pt>
                <c:pt idx="930">
                  <c:v>0.862</c:v>
                </c:pt>
                <c:pt idx="931">
                  <c:v>0.84543</c:v>
                </c:pt>
                <c:pt idx="932">
                  <c:v>0.82919</c:v>
                </c:pt>
                <c:pt idx="933">
                  <c:v>0.82118</c:v>
                </c:pt>
                <c:pt idx="934">
                  <c:v>0.85646</c:v>
                </c:pt>
                <c:pt idx="935">
                  <c:v>0.84795</c:v>
                </c:pt>
                <c:pt idx="936">
                  <c:v>1.17615</c:v>
                </c:pt>
                <c:pt idx="937">
                  <c:v>1.18417</c:v>
                </c:pt>
                <c:pt idx="938">
                  <c:v>1.19052</c:v>
                </c:pt>
                <c:pt idx="939">
                  <c:v>1.1781</c:v>
                </c:pt>
                <c:pt idx="940">
                  <c:v>1.18381</c:v>
                </c:pt>
                <c:pt idx="941">
                  <c:v>1.19015</c:v>
                </c:pt>
                <c:pt idx="942">
                  <c:v>1.23519</c:v>
                </c:pt>
                <c:pt idx="943">
                  <c:v>1.20381</c:v>
                </c:pt>
                <c:pt idx="944">
                  <c:v>1.18675</c:v>
                </c:pt>
                <c:pt idx="945">
                  <c:v>0.81436</c:v>
                </c:pt>
                <c:pt idx="946">
                  <c:v>0.81394</c:v>
                </c:pt>
                <c:pt idx="947">
                  <c:v>0.81333</c:v>
                </c:pt>
                <c:pt idx="948">
                  <c:v>0.83852</c:v>
                </c:pt>
                <c:pt idx="949">
                  <c:v>0.83158</c:v>
                </c:pt>
                <c:pt idx="950">
                  <c:v>0.82343</c:v>
                </c:pt>
                <c:pt idx="951">
                  <c:v>0.83153</c:v>
                </c:pt>
                <c:pt idx="952">
                  <c:v>0.85535</c:v>
                </c:pt>
                <c:pt idx="953">
                  <c:v>0.84165</c:v>
                </c:pt>
                <c:pt idx="954">
                  <c:v>1.21012</c:v>
                </c:pt>
                <c:pt idx="955">
                  <c:v>1.19199</c:v>
                </c:pt>
                <c:pt idx="956">
                  <c:v>1.17642</c:v>
                </c:pt>
                <c:pt idx="957">
                  <c:v>1.18453</c:v>
                </c:pt>
                <c:pt idx="958">
                  <c:v>1.17569</c:v>
                </c:pt>
                <c:pt idx="959">
                  <c:v>1.16819</c:v>
                </c:pt>
                <c:pt idx="960">
                  <c:v>1.15929</c:v>
                </c:pt>
                <c:pt idx="961">
                  <c:v>1.15126</c:v>
                </c:pt>
                <c:pt idx="962">
                  <c:v>1.1537</c:v>
                </c:pt>
                <c:pt idx="963">
                  <c:v>0.81415</c:v>
                </c:pt>
                <c:pt idx="964">
                  <c:v>0.80882</c:v>
                </c:pt>
                <c:pt idx="965">
                  <c:v>0.80291</c:v>
                </c:pt>
                <c:pt idx="966">
                  <c:v>0.8273</c:v>
                </c:pt>
                <c:pt idx="967">
                  <c:v>0.81972</c:v>
                </c:pt>
                <c:pt idx="968">
                  <c:v>0.80996</c:v>
                </c:pt>
                <c:pt idx="969">
                  <c:v>0.80223</c:v>
                </c:pt>
                <c:pt idx="970">
                  <c:v>0.81671</c:v>
                </c:pt>
                <c:pt idx="971">
                  <c:v>0.81248</c:v>
                </c:pt>
                <c:pt idx="972">
                  <c:v>1.14342</c:v>
                </c:pt>
                <c:pt idx="973">
                  <c:v>1.1556</c:v>
                </c:pt>
                <c:pt idx="974">
                  <c:v>1.1617</c:v>
                </c:pt>
                <c:pt idx="975">
                  <c:v>1.12238</c:v>
                </c:pt>
                <c:pt idx="976">
                  <c:v>1.13671</c:v>
                </c:pt>
                <c:pt idx="977">
                  <c:v>1.15112</c:v>
                </c:pt>
                <c:pt idx="978">
                  <c:v>1.17379</c:v>
                </c:pt>
                <c:pt idx="979">
                  <c:v>1.13537</c:v>
                </c:pt>
                <c:pt idx="980">
                  <c:v>1.13614</c:v>
                </c:pt>
                <c:pt idx="981">
                  <c:v>0.81645</c:v>
                </c:pt>
                <c:pt idx="982">
                  <c:v>0.807</c:v>
                </c:pt>
                <c:pt idx="983">
                  <c:v>0.80057</c:v>
                </c:pt>
                <c:pt idx="984">
                  <c:v>0.84499</c:v>
                </c:pt>
                <c:pt idx="985">
                  <c:v>0.82594</c:v>
                </c:pt>
                <c:pt idx="986">
                  <c:v>0.81087</c:v>
                </c:pt>
                <c:pt idx="987">
                  <c:v>0.7881</c:v>
                </c:pt>
                <c:pt idx="988">
                  <c:v>0.82837</c:v>
                </c:pt>
                <c:pt idx="989">
                  <c:v>0.8288</c:v>
                </c:pt>
                <c:pt idx="990">
                  <c:v>0.88856</c:v>
                </c:pt>
                <c:pt idx="991">
                  <c:v>0.88161</c:v>
                </c:pt>
                <c:pt idx="992">
                  <c:v>0.87907</c:v>
                </c:pt>
                <c:pt idx="993">
                  <c:v>0.86897</c:v>
                </c:pt>
                <c:pt idx="994">
                  <c:v>0.88774</c:v>
                </c:pt>
                <c:pt idx="995">
                  <c:v>0.88202</c:v>
                </c:pt>
                <c:pt idx="996">
                  <c:v>0.78123</c:v>
                </c:pt>
                <c:pt idx="997">
                  <c:v>0.8493</c:v>
                </c:pt>
                <c:pt idx="998">
                  <c:v>0.88665</c:v>
                </c:pt>
                <c:pt idx="999">
                  <c:v>1.20287</c:v>
                </c:pt>
                <c:pt idx="1000">
                  <c:v>1.23002</c:v>
                </c:pt>
                <c:pt idx="1001">
                  <c:v>1.24651</c:v>
                </c:pt>
                <c:pt idx="1002">
                  <c:v>1.15994</c:v>
                </c:pt>
                <c:pt idx="1003">
                  <c:v>1.19632</c:v>
                </c:pt>
                <c:pt idx="1004">
                  <c:v>1.22763</c:v>
                </c:pt>
                <c:pt idx="1005">
                  <c:v>1.21787</c:v>
                </c:pt>
                <c:pt idx="1006">
                  <c:v>1.16226</c:v>
                </c:pt>
                <c:pt idx="1007">
                  <c:v>1.19535</c:v>
                </c:pt>
                <c:pt idx="1008">
                  <c:v>0.86637</c:v>
                </c:pt>
                <c:pt idx="1009">
                  <c:v>0.86126</c:v>
                </c:pt>
                <c:pt idx="1010">
                  <c:v>0.85819</c:v>
                </c:pt>
                <c:pt idx="1011">
                  <c:v>0.8606</c:v>
                </c:pt>
                <c:pt idx="1012">
                  <c:v>0.87065</c:v>
                </c:pt>
                <c:pt idx="1013">
                  <c:v>0.86331</c:v>
                </c:pt>
                <c:pt idx="1014">
                  <c:v>0.77627</c:v>
                </c:pt>
                <c:pt idx="1015">
                  <c:v>0.83031</c:v>
                </c:pt>
                <c:pt idx="1016">
                  <c:v>0.87153</c:v>
                </c:pt>
                <c:pt idx="1017">
                  <c:v>1.21522</c:v>
                </c:pt>
                <c:pt idx="1018">
                  <c:v>1.23434</c:v>
                </c:pt>
                <c:pt idx="1019">
                  <c:v>1.24814</c:v>
                </c:pt>
                <c:pt idx="1020">
                  <c:v>1.17554</c:v>
                </c:pt>
                <c:pt idx="1021">
                  <c:v>1.20249</c:v>
                </c:pt>
                <c:pt idx="1022">
                  <c:v>1.22934</c:v>
                </c:pt>
                <c:pt idx="1023">
                  <c:v>1.18549</c:v>
                </c:pt>
                <c:pt idx="1024">
                  <c:v>1.16273</c:v>
                </c:pt>
                <c:pt idx="1025">
                  <c:v>1.198</c:v>
                </c:pt>
                <c:pt idx="1026">
                  <c:v>0.86056</c:v>
                </c:pt>
                <c:pt idx="1027">
                  <c:v>0.85811</c:v>
                </c:pt>
                <c:pt idx="1028">
                  <c:v>0.85677</c:v>
                </c:pt>
                <c:pt idx="1029">
                  <c:v>0.84374</c:v>
                </c:pt>
                <c:pt idx="1030">
                  <c:v>0.85129</c:v>
                </c:pt>
                <c:pt idx="1031">
                  <c:v>0.85252</c:v>
                </c:pt>
                <c:pt idx="1032">
                  <c:v>0.7786</c:v>
                </c:pt>
                <c:pt idx="1033">
                  <c:v>0.81613</c:v>
                </c:pt>
                <c:pt idx="1034">
                  <c:v>0.84524</c:v>
                </c:pt>
                <c:pt idx="1035">
                  <c:v>1.2484</c:v>
                </c:pt>
                <c:pt idx="1036">
                  <c:v>1.25091</c:v>
                </c:pt>
                <c:pt idx="1037">
                  <c:v>1.25388</c:v>
                </c:pt>
                <c:pt idx="1038">
                  <c:v>1.20959</c:v>
                </c:pt>
                <c:pt idx="1039">
                  <c:v>1.22201</c:v>
                </c:pt>
                <c:pt idx="1040">
                  <c:v>1.23698</c:v>
                </c:pt>
                <c:pt idx="1041">
                  <c:v>1.17356</c:v>
                </c:pt>
                <c:pt idx="1042">
                  <c:v>1.18067</c:v>
                </c:pt>
                <c:pt idx="1043">
                  <c:v>1.20675</c:v>
                </c:pt>
                <c:pt idx="1044">
                  <c:v>0.83304</c:v>
                </c:pt>
                <c:pt idx="1045">
                  <c:v>0.84954</c:v>
                </c:pt>
                <c:pt idx="1046">
                  <c:v>0.86405</c:v>
                </c:pt>
                <c:pt idx="1047">
                  <c:v>0.84973</c:v>
                </c:pt>
                <c:pt idx="1048">
                  <c:v>0.8584</c:v>
                </c:pt>
                <c:pt idx="1049">
                  <c:v>0.86773</c:v>
                </c:pt>
                <c:pt idx="1050">
                  <c:v>0.8434</c:v>
                </c:pt>
                <c:pt idx="1051">
                  <c:v>0.8701</c:v>
                </c:pt>
                <c:pt idx="1052">
                  <c:v>0.87429</c:v>
                </c:pt>
                <c:pt idx="1053">
                  <c:v>1.25398</c:v>
                </c:pt>
                <c:pt idx="1054">
                  <c:v>1.26312</c:v>
                </c:pt>
                <c:pt idx="1055">
                  <c:v>1.27315</c:v>
                </c:pt>
                <c:pt idx="1056">
                  <c:v>1.22265</c:v>
                </c:pt>
                <c:pt idx="1057">
                  <c:v>1.23786</c:v>
                </c:pt>
                <c:pt idx="1058">
                  <c:v>1.25699</c:v>
                </c:pt>
                <c:pt idx="1059">
                  <c:v>1.21974</c:v>
                </c:pt>
                <c:pt idx="1060">
                  <c:v>1.22365</c:v>
                </c:pt>
                <c:pt idx="1061">
                  <c:v>1.24417</c:v>
                </c:pt>
                <c:pt idx="1062">
                  <c:v>0.88493</c:v>
                </c:pt>
                <c:pt idx="1063">
                  <c:v>0.87858</c:v>
                </c:pt>
                <c:pt idx="1064">
                  <c:v>0.8766</c:v>
                </c:pt>
                <c:pt idx="1065">
                  <c:v>0.89555</c:v>
                </c:pt>
                <c:pt idx="1066">
                  <c:v>0.88769</c:v>
                </c:pt>
                <c:pt idx="1067">
                  <c:v>0.88101</c:v>
                </c:pt>
                <c:pt idx="1068">
                  <c:v>0.83149</c:v>
                </c:pt>
                <c:pt idx="1069">
                  <c:v>0.86897</c:v>
                </c:pt>
                <c:pt idx="1070">
                  <c:v>0.88727</c:v>
                </c:pt>
                <c:pt idx="1071">
                  <c:v>1.25057</c:v>
                </c:pt>
                <c:pt idx="1072">
                  <c:v>1.26612</c:v>
                </c:pt>
                <c:pt idx="1073">
                  <c:v>1.27709</c:v>
                </c:pt>
                <c:pt idx="1074">
                  <c:v>1.20443</c:v>
                </c:pt>
                <c:pt idx="1075">
                  <c:v>1.23323</c:v>
                </c:pt>
                <c:pt idx="1076">
                  <c:v>1.25882</c:v>
                </c:pt>
                <c:pt idx="1077">
                  <c:v>1.2254</c:v>
                </c:pt>
                <c:pt idx="1078">
                  <c:v>1.18925</c:v>
                </c:pt>
                <c:pt idx="1079">
                  <c:v>1.2275</c:v>
                </c:pt>
              </c:numCache>
            </c:numRef>
          </c:xVal>
          <c:yVal>
            <c:numRef>
              <c:f>Sheet1!$B$2:$B$1081</c:f>
              <c:numCache>
                <c:formatCode>General</c:formatCode>
                <c:ptCount val="1080"/>
                <c:pt idx="0">
                  <c:v>1.03527</c:v>
                </c:pt>
                <c:pt idx="1">
                  <c:v>1.03658</c:v>
                </c:pt>
                <c:pt idx="2">
                  <c:v>1.03731</c:v>
                </c:pt>
                <c:pt idx="3">
                  <c:v>1.03873</c:v>
                </c:pt>
                <c:pt idx="4">
                  <c:v>1.03499</c:v>
                </c:pt>
                <c:pt idx="5">
                  <c:v>1.03651</c:v>
                </c:pt>
                <c:pt idx="6">
                  <c:v>1.06314</c:v>
                </c:pt>
                <c:pt idx="7">
                  <c:v>1.04368</c:v>
                </c:pt>
                <c:pt idx="8">
                  <c:v>1.03496</c:v>
                </c:pt>
                <c:pt idx="9">
                  <c:v>1.00154</c:v>
                </c:pt>
                <c:pt idx="10">
                  <c:v>1.00046</c:v>
                </c:pt>
                <c:pt idx="11">
                  <c:v>1.00002</c:v>
                </c:pt>
                <c:pt idx="12">
                  <c:v>1.00047</c:v>
                </c:pt>
                <c:pt idx="13">
                  <c:v>1.0005</c:v>
                </c:pt>
                <c:pt idx="14">
                  <c:v>1.00017</c:v>
                </c:pt>
                <c:pt idx="15">
                  <c:v>0.99736</c:v>
                </c:pt>
                <c:pt idx="16">
                  <c:v>0.99945</c:v>
                </c:pt>
                <c:pt idx="17">
                  <c:v>0.99997</c:v>
                </c:pt>
                <c:pt idx="18">
                  <c:v>1.04131</c:v>
                </c:pt>
                <c:pt idx="19">
                  <c:v>1.04243</c:v>
                </c:pt>
                <c:pt idx="20">
                  <c:v>1.04332</c:v>
                </c:pt>
                <c:pt idx="21">
                  <c:v>1.04053</c:v>
                </c:pt>
                <c:pt idx="22">
                  <c:v>1.0399</c:v>
                </c:pt>
                <c:pt idx="23">
                  <c:v>1.0419</c:v>
                </c:pt>
                <c:pt idx="24">
                  <c:v>1.06455</c:v>
                </c:pt>
                <c:pt idx="25">
                  <c:v>1.04897</c:v>
                </c:pt>
                <c:pt idx="26">
                  <c:v>1.03925</c:v>
                </c:pt>
                <c:pt idx="27">
                  <c:v>1.0013</c:v>
                </c:pt>
                <c:pt idx="28">
                  <c:v>1.00029</c:v>
                </c:pt>
                <c:pt idx="29">
                  <c:v>0.99981</c:v>
                </c:pt>
                <c:pt idx="30">
                  <c:v>1.00064</c:v>
                </c:pt>
                <c:pt idx="31">
                  <c:v>1.0006</c:v>
                </c:pt>
                <c:pt idx="32">
                  <c:v>1.00016</c:v>
                </c:pt>
                <c:pt idx="33">
                  <c:v>0.99789</c:v>
                </c:pt>
                <c:pt idx="34">
                  <c:v>0.99938</c:v>
                </c:pt>
                <c:pt idx="35">
                  <c:v>0.99993</c:v>
                </c:pt>
                <c:pt idx="36">
                  <c:v>1.04254</c:v>
                </c:pt>
                <c:pt idx="37">
                  <c:v>1.04305</c:v>
                </c:pt>
                <c:pt idx="38">
                  <c:v>1.04357</c:v>
                </c:pt>
                <c:pt idx="39">
                  <c:v>1.04679</c:v>
                </c:pt>
                <c:pt idx="40">
                  <c:v>1.04587</c:v>
                </c:pt>
                <c:pt idx="41">
                  <c:v>1.0452</c:v>
                </c:pt>
                <c:pt idx="42">
                  <c:v>1.06695</c:v>
                </c:pt>
                <c:pt idx="43">
                  <c:v>1.05582</c:v>
                </c:pt>
                <c:pt idx="44">
                  <c:v>1.04726</c:v>
                </c:pt>
                <c:pt idx="45">
                  <c:v>0.9964</c:v>
                </c:pt>
                <c:pt idx="46">
                  <c:v>0.9975</c:v>
                </c:pt>
                <c:pt idx="47">
                  <c:v>0.99866</c:v>
                </c:pt>
                <c:pt idx="48">
                  <c:v>0.99709</c:v>
                </c:pt>
                <c:pt idx="49">
                  <c:v>0.99805</c:v>
                </c:pt>
                <c:pt idx="50">
                  <c:v>0.99891</c:v>
                </c:pt>
                <c:pt idx="51">
                  <c:v>0.9962</c:v>
                </c:pt>
                <c:pt idx="52">
                  <c:v>0.99779</c:v>
                </c:pt>
                <c:pt idx="53">
                  <c:v>0.99888</c:v>
                </c:pt>
                <c:pt idx="54">
                  <c:v>1.04117</c:v>
                </c:pt>
                <c:pt idx="55">
                  <c:v>1.03961</c:v>
                </c:pt>
                <c:pt idx="56">
                  <c:v>1.03848</c:v>
                </c:pt>
                <c:pt idx="57">
                  <c:v>1.03897</c:v>
                </c:pt>
                <c:pt idx="58">
                  <c:v>1.03828</c:v>
                </c:pt>
                <c:pt idx="59">
                  <c:v>1.03778</c:v>
                </c:pt>
                <c:pt idx="60">
                  <c:v>1.03909</c:v>
                </c:pt>
                <c:pt idx="61">
                  <c:v>1.03528</c:v>
                </c:pt>
                <c:pt idx="62">
                  <c:v>1.0363</c:v>
                </c:pt>
                <c:pt idx="63">
                  <c:v>1.00019</c:v>
                </c:pt>
                <c:pt idx="64">
                  <c:v>1.00002</c:v>
                </c:pt>
                <c:pt idx="65">
                  <c:v>0.99994</c:v>
                </c:pt>
                <c:pt idx="66">
                  <c:v>1.00033</c:v>
                </c:pt>
                <c:pt idx="67">
                  <c:v>1.00019</c:v>
                </c:pt>
                <c:pt idx="68">
                  <c:v>1.00004</c:v>
                </c:pt>
                <c:pt idx="69">
                  <c:v>1.00025</c:v>
                </c:pt>
                <c:pt idx="70">
                  <c:v>1.00019</c:v>
                </c:pt>
                <c:pt idx="71">
                  <c:v>1.00011</c:v>
                </c:pt>
                <c:pt idx="72">
                  <c:v>1.03568</c:v>
                </c:pt>
                <c:pt idx="73">
                  <c:v>1.0367</c:v>
                </c:pt>
                <c:pt idx="74">
                  <c:v>1.03732</c:v>
                </c:pt>
                <c:pt idx="75">
                  <c:v>1.03317</c:v>
                </c:pt>
                <c:pt idx="76">
                  <c:v>1.03511</c:v>
                </c:pt>
                <c:pt idx="77">
                  <c:v>1.03655</c:v>
                </c:pt>
                <c:pt idx="78">
                  <c:v>1.04891</c:v>
                </c:pt>
                <c:pt idx="79">
                  <c:v>1.03807</c:v>
                </c:pt>
                <c:pt idx="80">
                  <c:v>1.03492</c:v>
                </c:pt>
                <c:pt idx="81">
                  <c:v>1.00168</c:v>
                </c:pt>
                <c:pt idx="82">
                  <c:v>1.00062</c:v>
                </c:pt>
                <c:pt idx="83">
                  <c:v>1.00009</c:v>
                </c:pt>
                <c:pt idx="84">
                  <c:v>1.00108</c:v>
                </c:pt>
                <c:pt idx="85">
                  <c:v>1.00082</c:v>
                </c:pt>
                <c:pt idx="86">
                  <c:v>1.00029</c:v>
                </c:pt>
                <c:pt idx="87">
                  <c:v>0.99825</c:v>
                </c:pt>
                <c:pt idx="88">
                  <c:v>0.99958</c:v>
                </c:pt>
                <c:pt idx="89">
                  <c:v>1.00004</c:v>
                </c:pt>
                <c:pt idx="90">
                  <c:v>1.11164</c:v>
                </c:pt>
                <c:pt idx="91">
                  <c:v>1.11667</c:v>
                </c:pt>
                <c:pt idx="92">
                  <c:v>1.11966</c:v>
                </c:pt>
                <c:pt idx="93">
                  <c:v>1.11633</c:v>
                </c:pt>
                <c:pt idx="94">
                  <c:v>1.11004</c:v>
                </c:pt>
                <c:pt idx="95">
                  <c:v>1.11614</c:v>
                </c:pt>
                <c:pt idx="96">
                  <c:v>1.18942</c:v>
                </c:pt>
                <c:pt idx="97">
                  <c:v>1.1311</c:v>
                </c:pt>
                <c:pt idx="98">
                  <c:v>1.10966</c:v>
                </c:pt>
                <c:pt idx="99">
                  <c:v>1.00461</c:v>
                </c:pt>
                <c:pt idx="100">
                  <c:v>1.00132</c:v>
                </c:pt>
                <c:pt idx="101">
                  <c:v>1.00004</c:v>
                </c:pt>
                <c:pt idx="102">
                  <c:v>1.00183</c:v>
                </c:pt>
                <c:pt idx="103">
                  <c:v>1.00163</c:v>
                </c:pt>
                <c:pt idx="104">
                  <c:v>1.0005</c:v>
                </c:pt>
                <c:pt idx="105">
                  <c:v>0.99376</c:v>
                </c:pt>
                <c:pt idx="106">
                  <c:v>0.99894</c:v>
                </c:pt>
                <c:pt idx="107">
                  <c:v>1.00009</c:v>
                </c:pt>
                <c:pt idx="108">
                  <c:v>1.13122</c:v>
                </c:pt>
                <c:pt idx="109">
                  <c:v>1.13571</c:v>
                </c:pt>
                <c:pt idx="110">
                  <c:v>1.13939</c:v>
                </c:pt>
                <c:pt idx="111">
                  <c:v>1.12264</c:v>
                </c:pt>
                <c:pt idx="112">
                  <c:v>1.12561</c:v>
                </c:pt>
                <c:pt idx="113">
                  <c:v>1.13354</c:v>
                </c:pt>
                <c:pt idx="114">
                  <c:v>1.19404</c:v>
                </c:pt>
                <c:pt idx="115">
                  <c:v>1.14773</c:v>
                </c:pt>
                <c:pt idx="116">
                  <c:v>1.12297</c:v>
                </c:pt>
                <c:pt idx="117">
                  <c:v>1.00392</c:v>
                </c:pt>
                <c:pt idx="118">
                  <c:v>1.00084</c:v>
                </c:pt>
                <c:pt idx="119">
                  <c:v>0.99942</c:v>
                </c:pt>
                <c:pt idx="120">
                  <c:v>1.0024</c:v>
                </c:pt>
                <c:pt idx="121">
                  <c:v>1.00198</c:v>
                </c:pt>
                <c:pt idx="122">
                  <c:v>1.00051</c:v>
                </c:pt>
                <c:pt idx="123">
                  <c:v>0.995</c:v>
                </c:pt>
                <c:pt idx="124">
                  <c:v>0.99874</c:v>
                </c:pt>
                <c:pt idx="125">
                  <c:v>1.00005</c:v>
                </c:pt>
                <c:pt idx="126">
                  <c:v>1.13463</c:v>
                </c:pt>
                <c:pt idx="127">
                  <c:v>1.13724</c:v>
                </c:pt>
                <c:pt idx="128">
                  <c:v>1.13992</c:v>
                </c:pt>
                <c:pt idx="129">
                  <c:v>1.14365</c:v>
                </c:pt>
                <c:pt idx="130">
                  <c:v>1.14355</c:v>
                </c:pt>
                <c:pt idx="131">
                  <c:v>1.14339</c:v>
                </c:pt>
                <c:pt idx="132">
                  <c:v>1.20071</c:v>
                </c:pt>
                <c:pt idx="133">
                  <c:v>1.16961</c:v>
                </c:pt>
                <c:pt idx="134">
                  <c:v>1.1471</c:v>
                </c:pt>
                <c:pt idx="135">
                  <c:v>0.98845</c:v>
                </c:pt>
                <c:pt idx="136">
                  <c:v>0.99193</c:v>
                </c:pt>
                <c:pt idx="137">
                  <c:v>0.99563</c:v>
                </c:pt>
                <c:pt idx="138">
                  <c:v>0.99097</c:v>
                </c:pt>
                <c:pt idx="139">
                  <c:v>0.9938</c:v>
                </c:pt>
                <c:pt idx="140">
                  <c:v>0.99647</c:v>
                </c:pt>
                <c:pt idx="141">
                  <c:v>0.98904</c:v>
                </c:pt>
                <c:pt idx="142">
                  <c:v>0.99354</c:v>
                </c:pt>
                <c:pt idx="143">
                  <c:v>0.99661</c:v>
                </c:pt>
                <c:pt idx="144">
                  <c:v>1.13187</c:v>
                </c:pt>
                <c:pt idx="145">
                  <c:v>1.12706</c:v>
                </c:pt>
                <c:pt idx="146">
                  <c:v>1.12364</c:v>
                </c:pt>
                <c:pt idx="147">
                  <c:v>1.12351</c:v>
                </c:pt>
                <c:pt idx="148">
                  <c:v>1.12164</c:v>
                </c:pt>
                <c:pt idx="149">
                  <c:v>1.12065</c:v>
                </c:pt>
                <c:pt idx="150">
                  <c:v>1.11736</c:v>
                </c:pt>
                <c:pt idx="151">
                  <c:v>1.11087</c:v>
                </c:pt>
                <c:pt idx="152">
                  <c:v>1.11459</c:v>
                </c:pt>
                <c:pt idx="153">
                  <c:v>1.00054</c:v>
                </c:pt>
                <c:pt idx="154">
                  <c:v>1.00003</c:v>
                </c:pt>
                <c:pt idx="155">
                  <c:v>0.99982</c:v>
                </c:pt>
                <c:pt idx="156">
                  <c:v>1.00097</c:v>
                </c:pt>
                <c:pt idx="157">
                  <c:v>1.00056</c:v>
                </c:pt>
                <c:pt idx="158">
                  <c:v>1.0001</c:v>
                </c:pt>
                <c:pt idx="159">
                  <c:v>1.00076</c:v>
                </c:pt>
                <c:pt idx="160">
                  <c:v>1.00057</c:v>
                </c:pt>
                <c:pt idx="161">
                  <c:v>1.00033</c:v>
                </c:pt>
                <c:pt idx="162">
                  <c:v>1.11363</c:v>
                </c:pt>
                <c:pt idx="163">
                  <c:v>1.11732</c:v>
                </c:pt>
                <c:pt idx="164">
                  <c:v>1.11977</c:v>
                </c:pt>
                <c:pt idx="165">
                  <c:v>1.10404</c:v>
                </c:pt>
                <c:pt idx="166">
                  <c:v>1.11099</c:v>
                </c:pt>
                <c:pt idx="167">
                  <c:v>1.11645</c:v>
                </c:pt>
                <c:pt idx="168">
                  <c:v>1.14741</c:v>
                </c:pt>
                <c:pt idx="169">
                  <c:v>1.11454</c:v>
                </c:pt>
                <c:pt idx="170">
                  <c:v>1.10987</c:v>
                </c:pt>
                <c:pt idx="171">
                  <c:v>1.00489</c:v>
                </c:pt>
                <c:pt idx="172">
                  <c:v>1.00177</c:v>
                </c:pt>
                <c:pt idx="173">
                  <c:v>1.00023</c:v>
                </c:pt>
                <c:pt idx="174">
                  <c:v>1.0036</c:v>
                </c:pt>
                <c:pt idx="175">
                  <c:v>1.00255</c:v>
                </c:pt>
                <c:pt idx="176">
                  <c:v>1.00087</c:v>
                </c:pt>
                <c:pt idx="177">
                  <c:v>0.99617</c:v>
                </c:pt>
                <c:pt idx="178">
                  <c:v>0.99938</c:v>
                </c:pt>
                <c:pt idx="179">
                  <c:v>1.00033</c:v>
                </c:pt>
                <c:pt idx="180">
                  <c:v>0.90455</c:v>
                </c:pt>
                <c:pt idx="181">
                  <c:v>0.90246</c:v>
                </c:pt>
                <c:pt idx="182">
                  <c:v>0.90158</c:v>
                </c:pt>
                <c:pt idx="183">
                  <c:v>0.88523</c:v>
                </c:pt>
                <c:pt idx="184">
                  <c:v>0.90416</c:v>
                </c:pt>
                <c:pt idx="185">
                  <c:v>0.90215</c:v>
                </c:pt>
                <c:pt idx="186">
                  <c:v>0.81537</c:v>
                </c:pt>
                <c:pt idx="187">
                  <c:v>0.87074</c:v>
                </c:pt>
                <c:pt idx="188">
                  <c:v>0.90383</c:v>
                </c:pt>
                <c:pt idx="189">
                  <c:v>0.99536</c:v>
                </c:pt>
                <c:pt idx="190">
                  <c:v>0.99848</c:v>
                </c:pt>
                <c:pt idx="191">
                  <c:v>0.99989</c:v>
                </c:pt>
                <c:pt idx="192">
                  <c:v>0.99941</c:v>
                </c:pt>
                <c:pt idx="193">
                  <c:v>0.99875</c:v>
                </c:pt>
                <c:pt idx="194">
                  <c:v>0.99951</c:v>
                </c:pt>
                <c:pt idx="195">
                  <c:v>1.0113</c:v>
                </c:pt>
                <c:pt idx="196">
                  <c:v>1.00278</c:v>
                </c:pt>
                <c:pt idx="197">
                  <c:v>1.00045</c:v>
                </c:pt>
                <c:pt idx="198">
                  <c:v>0.88896</c:v>
                </c:pt>
                <c:pt idx="199">
                  <c:v>0.88738</c:v>
                </c:pt>
                <c:pt idx="200">
                  <c:v>0.88635</c:v>
                </c:pt>
                <c:pt idx="201">
                  <c:v>0.8814</c:v>
                </c:pt>
                <c:pt idx="202">
                  <c:v>0.89092</c:v>
                </c:pt>
                <c:pt idx="203">
                  <c:v>0.88802</c:v>
                </c:pt>
                <c:pt idx="204">
                  <c:v>0.81197</c:v>
                </c:pt>
                <c:pt idx="205">
                  <c:v>0.85668</c:v>
                </c:pt>
                <c:pt idx="206">
                  <c:v>0.89174</c:v>
                </c:pt>
                <c:pt idx="207">
                  <c:v>0.99611</c:v>
                </c:pt>
                <c:pt idx="208">
                  <c:v>0.99904</c:v>
                </c:pt>
                <c:pt idx="209">
                  <c:v>1.00054</c:v>
                </c:pt>
                <c:pt idx="210">
                  <c:v>0.99899</c:v>
                </c:pt>
                <c:pt idx="211">
                  <c:v>0.99859</c:v>
                </c:pt>
                <c:pt idx="212">
                  <c:v>0.99958</c:v>
                </c:pt>
                <c:pt idx="213">
                  <c:v>1.00903</c:v>
                </c:pt>
                <c:pt idx="214">
                  <c:v>1.00307</c:v>
                </c:pt>
                <c:pt idx="215">
                  <c:v>1.00071</c:v>
                </c:pt>
                <c:pt idx="216">
                  <c:v>0.88485</c:v>
                </c:pt>
                <c:pt idx="217">
                  <c:v>0.885</c:v>
                </c:pt>
                <c:pt idx="218">
                  <c:v>0.8852</c:v>
                </c:pt>
                <c:pt idx="219">
                  <c:v>0.86663</c:v>
                </c:pt>
                <c:pt idx="220">
                  <c:v>0.87337</c:v>
                </c:pt>
                <c:pt idx="221">
                  <c:v>0.87823</c:v>
                </c:pt>
                <c:pt idx="222">
                  <c:v>0.80461</c:v>
                </c:pt>
                <c:pt idx="223">
                  <c:v>0.83904</c:v>
                </c:pt>
                <c:pt idx="224">
                  <c:v>0.86837</c:v>
                </c:pt>
                <c:pt idx="225">
                  <c:v>1.00927</c:v>
                </c:pt>
                <c:pt idx="226">
                  <c:v>1.00634</c:v>
                </c:pt>
                <c:pt idx="227">
                  <c:v>1.00334</c:v>
                </c:pt>
                <c:pt idx="228">
                  <c:v>1.00817</c:v>
                </c:pt>
                <c:pt idx="229">
                  <c:v>1.00516</c:v>
                </c:pt>
                <c:pt idx="230">
                  <c:v>1.0027</c:v>
                </c:pt>
                <c:pt idx="231">
                  <c:v>1.01225</c:v>
                </c:pt>
                <c:pt idx="232">
                  <c:v>1.007</c:v>
                </c:pt>
                <c:pt idx="233">
                  <c:v>1.0033</c:v>
                </c:pt>
                <c:pt idx="234">
                  <c:v>0.89106</c:v>
                </c:pt>
                <c:pt idx="235">
                  <c:v>0.89545</c:v>
                </c:pt>
                <c:pt idx="236">
                  <c:v>0.89884</c:v>
                </c:pt>
                <c:pt idx="237">
                  <c:v>0.8948</c:v>
                </c:pt>
                <c:pt idx="238">
                  <c:v>0.89718</c:v>
                </c:pt>
                <c:pt idx="239">
                  <c:v>0.89946</c:v>
                </c:pt>
                <c:pt idx="240">
                  <c:v>0.88413</c:v>
                </c:pt>
                <c:pt idx="241">
                  <c:v>0.90323</c:v>
                </c:pt>
                <c:pt idx="242">
                  <c:v>0.90128</c:v>
                </c:pt>
                <c:pt idx="243">
                  <c:v>0.99933</c:v>
                </c:pt>
                <c:pt idx="244">
                  <c:v>0.99988</c:v>
                </c:pt>
                <c:pt idx="245">
                  <c:v>1.00016</c:v>
                </c:pt>
                <c:pt idx="246">
                  <c:v>0.999</c:v>
                </c:pt>
                <c:pt idx="247">
                  <c:v>0.99938</c:v>
                </c:pt>
                <c:pt idx="248">
                  <c:v>0.99986</c:v>
                </c:pt>
                <c:pt idx="249">
                  <c:v>0.9993</c:v>
                </c:pt>
                <c:pt idx="250">
                  <c:v>0.99945</c:v>
                </c:pt>
                <c:pt idx="251">
                  <c:v>0.99967</c:v>
                </c:pt>
                <c:pt idx="252">
                  <c:v>0.9046</c:v>
                </c:pt>
                <c:pt idx="253">
                  <c:v>0.9026</c:v>
                </c:pt>
                <c:pt idx="254">
                  <c:v>0.90166</c:v>
                </c:pt>
                <c:pt idx="255">
                  <c:v>0.90873</c:v>
                </c:pt>
                <c:pt idx="256">
                  <c:v>0.90477</c:v>
                </c:pt>
                <c:pt idx="257">
                  <c:v>0.90235</c:v>
                </c:pt>
                <c:pt idx="258">
                  <c:v>0.85661</c:v>
                </c:pt>
                <c:pt idx="259">
                  <c:v>0.88749</c:v>
                </c:pt>
                <c:pt idx="260">
                  <c:v>0.90443</c:v>
                </c:pt>
                <c:pt idx="261">
                  <c:v>0.99471</c:v>
                </c:pt>
                <c:pt idx="262">
                  <c:v>0.99795</c:v>
                </c:pt>
                <c:pt idx="263">
                  <c:v>0.99967</c:v>
                </c:pt>
                <c:pt idx="264">
                  <c:v>0.99744</c:v>
                </c:pt>
                <c:pt idx="265">
                  <c:v>0.99776</c:v>
                </c:pt>
                <c:pt idx="266">
                  <c:v>0.99912</c:v>
                </c:pt>
                <c:pt idx="267">
                  <c:v>1.00813</c:v>
                </c:pt>
                <c:pt idx="268">
                  <c:v>1.00251</c:v>
                </c:pt>
                <c:pt idx="269">
                  <c:v>1.00031</c:v>
                </c:pt>
                <c:pt idx="270">
                  <c:v>1.00161</c:v>
                </c:pt>
                <c:pt idx="271">
                  <c:v>0.99903</c:v>
                </c:pt>
                <c:pt idx="272">
                  <c:v>0.99888</c:v>
                </c:pt>
                <c:pt idx="273">
                  <c:v>1.00255</c:v>
                </c:pt>
                <c:pt idx="274">
                  <c:v>1.00079</c:v>
                </c:pt>
                <c:pt idx="275">
                  <c:v>0.99961</c:v>
                </c:pt>
                <c:pt idx="276">
                  <c:v>0.99661</c:v>
                </c:pt>
                <c:pt idx="277">
                  <c:v>1.00001</c:v>
                </c:pt>
                <c:pt idx="278">
                  <c:v>1.00001</c:v>
                </c:pt>
                <c:pt idx="279">
                  <c:v>1.13761</c:v>
                </c:pt>
                <c:pt idx="280">
                  <c:v>1.14933</c:v>
                </c:pt>
                <c:pt idx="281">
                  <c:v>1.15678</c:v>
                </c:pt>
                <c:pt idx="282">
                  <c:v>1.1136</c:v>
                </c:pt>
                <c:pt idx="283">
                  <c:v>1.13281</c:v>
                </c:pt>
                <c:pt idx="284">
                  <c:v>1.14794</c:v>
                </c:pt>
                <c:pt idx="285">
                  <c:v>1.16284</c:v>
                </c:pt>
                <c:pt idx="286">
                  <c:v>1.11775</c:v>
                </c:pt>
                <c:pt idx="287">
                  <c:v>1.13158</c:v>
                </c:pt>
                <c:pt idx="288">
                  <c:v>1.0001</c:v>
                </c:pt>
                <c:pt idx="289">
                  <c:v>0.99893</c:v>
                </c:pt>
                <c:pt idx="290">
                  <c:v>0.99894</c:v>
                </c:pt>
                <c:pt idx="291">
                  <c:v>1.00152</c:v>
                </c:pt>
                <c:pt idx="292">
                  <c:v>1.00038</c:v>
                </c:pt>
                <c:pt idx="293">
                  <c:v>0.99958</c:v>
                </c:pt>
                <c:pt idx="294">
                  <c:v>0.9972</c:v>
                </c:pt>
                <c:pt idx="295">
                  <c:v>0.99953</c:v>
                </c:pt>
                <c:pt idx="296">
                  <c:v>0.99982</c:v>
                </c:pt>
                <c:pt idx="297">
                  <c:v>1.14393</c:v>
                </c:pt>
                <c:pt idx="298">
                  <c:v>1.15148</c:v>
                </c:pt>
                <c:pt idx="299">
                  <c:v>1.15728</c:v>
                </c:pt>
                <c:pt idx="300">
                  <c:v>1.12209</c:v>
                </c:pt>
                <c:pt idx="301">
                  <c:v>1.13623</c:v>
                </c:pt>
                <c:pt idx="302">
                  <c:v>1.14891</c:v>
                </c:pt>
                <c:pt idx="303">
                  <c:v>1.13543</c:v>
                </c:pt>
                <c:pt idx="304">
                  <c:v>1.1131</c:v>
                </c:pt>
                <c:pt idx="305">
                  <c:v>1.13272</c:v>
                </c:pt>
                <c:pt idx="306">
                  <c:v>0.99986</c:v>
                </c:pt>
                <c:pt idx="307">
                  <c:v>0.9989</c:v>
                </c:pt>
                <c:pt idx="308">
                  <c:v>0.99897</c:v>
                </c:pt>
                <c:pt idx="309">
                  <c:v>1.00227</c:v>
                </c:pt>
                <c:pt idx="310">
                  <c:v>1.00063</c:v>
                </c:pt>
                <c:pt idx="311">
                  <c:v>0.99963</c:v>
                </c:pt>
                <c:pt idx="312">
                  <c:v>1.00227</c:v>
                </c:pt>
                <c:pt idx="313">
                  <c:v>1.00138</c:v>
                </c:pt>
                <c:pt idx="314">
                  <c:v>1.00031</c:v>
                </c:pt>
                <c:pt idx="315">
                  <c:v>1.15219</c:v>
                </c:pt>
                <c:pt idx="316">
                  <c:v>1.15518</c:v>
                </c:pt>
                <c:pt idx="317">
                  <c:v>1.15849</c:v>
                </c:pt>
                <c:pt idx="318">
                  <c:v>1.13378</c:v>
                </c:pt>
                <c:pt idx="319">
                  <c:v>1.14189</c:v>
                </c:pt>
                <c:pt idx="320">
                  <c:v>1.15074</c:v>
                </c:pt>
                <c:pt idx="321">
                  <c:v>1.11983</c:v>
                </c:pt>
                <c:pt idx="322">
                  <c:v>1.12004</c:v>
                </c:pt>
                <c:pt idx="323">
                  <c:v>1.1355</c:v>
                </c:pt>
                <c:pt idx="324">
                  <c:v>0.97028</c:v>
                </c:pt>
                <c:pt idx="325">
                  <c:v>0.97921</c:v>
                </c:pt>
                <c:pt idx="326">
                  <c:v>0.98817</c:v>
                </c:pt>
                <c:pt idx="327">
                  <c:v>0.97848</c:v>
                </c:pt>
                <c:pt idx="328">
                  <c:v>0.98379</c:v>
                </c:pt>
                <c:pt idx="329">
                  <c:v>0.98992</c:v>
                </c:pt>
                <c:pt idx="330">
                  <c:v>0.9842</c:v>
                </c:pt>
                <c:pt idx="331">
                  <c:v>0.98908</c:v>
                </c:pt>
                <c:pt idx="332">
                  <c:v>0.99227</c:v>
                </c:pt>
                <c:pt idx="333">
                  <c:v>1.16392</c:v>
                </c:pt>
                <c:pt idx="334">
                  <c:v>1.16819</c:v>
                </c:pt>
                <c:pt idx="335">
                  <c:v>1.17325</c:v>
                </c:pt>
                <c:pt idx="336">
                  <c:v>1.14844</c:v>
                </c:pt>
                <c:pt idx="337">
                  <c:v>1.15588</c:v>
                </c:pt>
                <c:pt idx="338">
                  <c:v>1.16535</c:v>
                </c:pt>
                <c:pt idx="339">
                  <c:v>1.16177</c:v>
                </c:pt>
                <c:pt idx="340">
                  <c:v>1.15495</c:v>
                </c:pt>
                <c:pt idx="341">
                  <c:v>1.16316</c:v>
                </c:pt>
                <c:pt idx="342">
                  <c:v>0.99902</c:v>
                </c:pt>
                <c:pt idx="343">
                  <c:v>0.99628</c:v>
                </c:pt>
                <c:pt idx="344">
                  <c:v>0.99646</c:v>
                </c:pt>
                <c:pt idx="345">
                  <c:v>1.00257</c:v>
                </c:pt>
                <c:pt idx="346">
                  <c:v>1.00069</c:v>
                </c:pt>
                <c:pt idx="347">
                  <c:v>0.99857</c:v>
                </c:pt>
                <c:pt idx="348">
                  <c:v>0.99886</c:v>
                </c:pt>
                <c:pt idx="349">
                  <c:v>1.00071</c:v>
                </c:pt>
                <c:pt idx="350">
                  <c:v>1.00026</c:v>
                </c:pt>
                <c:pt idx="351">
                  <c:v>1.16546</c:v>
                </c:pt>
                <c:pt idx="352">
                  <c:v>1.17114</c:v>
                </c:pt>
                <c:pt idx="353">
                  <c:v>1.17559</c:v>
                </c:pt>
                <c:pt idx="354">
                  <c:v>1.14059</c:v>
                </c:pt>
                <c:pt idx="355">
                  <c:v>1.15529</c:v>
                </c:pt>
                <c:pt idx="356">
                  <c:v>1.16715</c:v>
                </c:pt>
                <c:pt idx="357">
                  <c:v>1.16627</c:v>
                </c:pt>
                <c:pt idx="358">
                  <c:v>1.13112</c:v>
                </c:pt>
                <c:pt idx="359">
                  <c:v>1.15116</c:v>
                </c:pt>
                <c:pt idx="360">
                  <c:v>0.99787</c:v>
                </c:pt>
                <c:pt idx="361">
                  <c:v>1.00066</c:v>
                </c:pt>
                <c:pt idx="362">
                  <c:v>1.00104</c:v>
                </c:pt>
                <c:pt idx="363">
                  <c:v>0.99829</c:v>
                </c:pt>
                <c:pt idx="364">
                  <c:v>0.99921</c:v>
                </c:pt>
                <c:pt idx="365">
                  <c:v>1.0003</c:v>
                </c:pt>
                <c:pt idx="366">
                  <c:v>1.00831</c:v>
                </c:pt>
                <c:pt idx="367">
                  <c:v>1.00137</c:v>
                </c:pt>
                <c:pt idx="368">
                  <c:v>1.00022</c:v>
                </c:pt>
                <c:pt idx="369">
                  <c:v>0.88579</c:v>
                </c:pt>
                <c:pt idx="370">
                  <c:v>0.87803</c:v>
                </c:pt>
                <c:pt idx="371">
                  <c:v>0.87329</c:v>
                </c:pt>
                <c:pt idx="372">
                  <c:v>0.90146</c:v>
                </c:pt>
                <c:pt idx="373">
                  <c:v>0.88857</c:v>
                </c:pt>
                <c:pt idx="374">
                  <c:v>0.87875</c:v>
                </c:pt>
                <c:pt idx="375">
                  <c:v>0.8418</c:v>
                </c:pt>
                <c:pt idx="376">
                  <c:v>0.88365</c:v>
                </c:pt>
                <c:pt idx="377">
                  <c:v>0.88918</c:v>
                </c:pt>
                <c:pt idx="378">
                  <c:v>0.99944</c:v>
                </c:pt>
                <c:pt idx="379">
                  <c:v>1.00082</c:v>
                </c:pt>
                <c:pt idx="380">
                  <c:v>1.00098</c:v>
                </c:pt>
                <c:pt idx="381">
                  <c:v>0.99893</c:v>
                </c:pt>
                <c:pt idx="382">
                  <c:v>0.99964</c:v>
                </c:pt>
                <c:pt idx="383">
                  <c:v>1.00036</c:v>
                </c:pt>
                <c:pt idx="384">
                  <c:v>1.00672</c:v>
                </c:pt>
                <c:pt idx="385">
                  <c:v>1.00191</c:v>
                </c:pt>
                <c:pt idx="386">
                  <c:v>1.00051</c:v>
                </c:pt>
                <c:pt idx="387">
                  <c:v>0.88178</c:v>
                </c:pt>
                <c:pt idx="388">
                  <c:v>0.87671</c:v>
                </c:pt>
                <c:pt idx="389">
                  <c:v>0.87297</c:v>
                </c:pt>
                <c:pt idx="390">
                  <c:v>0.89646</c:v>
                </c:pt>
                <c:pt idx="391">
                  <c:v>0.88665</c:v>
                </c:pt>
                <c:pt idx="392">
                  <c:v>0.87823</c:v>
                </c:pt>
                <c:pt idx="393">
                  <c:v>0.86825</c:v>
                </c:pt>
                <c:pt idx="394">
                  <c:v>0.90155</c:v>
                </c:pt>
                <c:pt idx="395">
                  <c:v>0.88876</c:v>
                </c:pt>
                <c:pt idx="396">
                  <c:v>0.9996</c:v>
                </c:pt>
                <c:pt idx="397">
                  <c:v>1.00084</c:v>
                </c:pt>
                <c:pt idx="398">
                  <c:v>1.00097</c:v>
                </c:pt>
                <c:pt idx="399">
                  <c:v>0.99744</c:v>
                </c:pt>
                <c:pt idx="400">
                  <c:v>0.99905</c:v>
                </c:pt>
                <c:pt idx="401">
                  <c:v>1.00022</c:v>
                </c:pt>
                <c:pt idx="402">
                  <c:v>0.99881</c:v>
                </c:pt>
                <c:pt idx="403">
                  <c:v>0.99899</c:v>
                </c:pt>
                <c:pt idx="404">
                  <c:v>0.9997</c:v>
                </c:pt>
                <c:pt idx="405">
                  <c:v>0.87578</c:v>
                </c:pt>
                <c:pt idx="406">
                  <c:v>0.87408</c:v>
                </c:pt>
                <c:pt idx="407">
                  <c:v>0.87213</c:v>
                </c:pt>
                <c:pt idx="408">
                  <c:v>0.88792</c:v>
                </c:pt>
                <c:pt idx="409">
                  <c:v>0.88259</c:v>
                </c:pt>
                <c:pt idx="410">
                  <c:v>0.87693</c:v>
                </c:pt>
                <c:pt idx="411">
                  <c:v>0.88245</c:v>
                </c:pt>
                <c:pt idx="412">
                  <c:v>0.8972</c:v>
                </c:pt>
                <c:pt idx="413">
                  <c:v>0.8868</c:v>
                </c:pt>
                <c:pt idx="414">
                  <c:v>1.02691</c:v>
                </c:pt>
                <c:pt idx="415">
                  <c:v>1.01851</c:v>
                </c:pt>
                <c:pt idx="416">
                  <c:v>1.01022</c:v>
                </c:pt>
                <c:pt idx="417">
                  <c:v>1.01963</c:v>
                </c:pt>
                <c:pt idx="418">
                  <c:v>1.01438</c:v>
                </c:pt>
                <c:pt idx="419">
                  <c:v>1.00865</c:v>
                </c:pt>
                <c:pt idx="420">
                  <c:v>1.01535</c:v>
                </c:pt>
                <c:pt idx="421">
                  <c:v>1.01046</c:v>
                </c:pt>
                <c:pt idx="422">
                  <c:v>1.0069</c:v>
                </c:pt>
                <c:pt idx="423">
                  <c:v>0.8659</c:v>
                </c:pt>
                <c:pt idx="424">
                  <c:v>0.86305</c:v>
                </c:pt>
                <c:pt idx="425">
                  <c:v>0.85941</c:v>
                </c:pt>
                <c:pt idx="426">
                  <c:v>0.87142</c:v>
                </c:pt>
                <c:pt idx="427">
                  <c:v>0.86765</c:v>
                </c:pt>
                <c:pt idx="428">
                  <c:v>0.8625</c:v>
                </c:pt>
                <c:pt idx="429">
                  <c:v>0.84481</c:v>
                </c:pt>
                <c:pt idx="430">
                  <c:v>0.85968</c:v>
                </c:pt>
                <c:pt idx="431">
                  <c:v>0.85855</c:v>
                </c:pt>
                <c:pt idx="432">
                  <c:v>1.00087</c:v>
                </c:pt>
                <c:pt idx="433">
                  <c:v>1.00362</c:v>
                </c:pt>
                <c:pt idx="434">
                  <c:v>1.00365</c:v>
                </c:pt>
                <c:pt idx="435">
                  <c:v>0.9986</c:v>
                </c:pt>
                <c:pt idx="436">
                  <c:v>0.99965</c:v>
                </c:pt>
                <c:pt idx="437">
                  <c:v>1.00147</c:v>
                </c:pt>
                <c:pt idx="438">
                  <c:v>1.00526</c:v>
                </c:pt>
                <c:pt idx="439">
                  <c:v>1.00102</c:v>
                </c:pt>
                <c:pt idx="440">
                  <c:v>1.00025</c:v>
                </c:pt>
                <c:pt idx="441">
                  <c:v>0.86084</c:v>
                </c:pt>
                <c:pt idx="442">
                  <c:v>0.85819</c:v>
                </c:pt>
                <c:pt idx="443">
                  <c:v>0.8563</c:v>
                </c:pt>
                <c:pt idx="444">
                  <c:v>0.87924</c:v>
                </c:pt>
                <c:pt idx="445">
                  <c:v>0.86848</c:v>
                </c:pt>
                <c:pt idx="446">
                  <c:v>0.86146</c:v>
                </c:pt>
                <c:pt idx="447">
                  <c:v>0.84098</c:v>
                </c:pt>
                <c:pt idx="448">
                  <c:v>0.8707</c:v>
                </c:pt>
                <c:pt idx="449">
                  <c:v>0.87135</c:v>
                </c:pt>
                <c:pt idx="450">
                  <c:v>1.02582</c:v>
                </c:pt>
                <c:pt idx="451">
                  <c:v>1.0287</c:v>
                </c:pt>
                <c:pt idx="452">
                  <c:v>1.0307</c:v>
                </c:pt>
                <c:pt idx="453">
                  <c:v>1.02271</c:v>
                </c:pt>
                <c:pt idx="454">
                  <c:v>1.0237</c:v>
                </c:pt>
                <c:pt idx="455">
                  <c:v>1.02782</c:v>
                </c:pt>
                <c:pt idx="456">
                  <c:v>1.02934</c:v>
                </c:pt>
                <c:pt idx="457">
                  <c:v>1.02383</c:v>
                </c:pt>
                <c:pt idx="458">
                  <c:v>1.02296</c:v>
                </c:pt>
                <c:pt idx="459">
                  <c:v>1.00141</c:v>
                </c:pt>
                <c:pt idx="460">
                  <c:v>1.00059</c:v>
                </c:pt>
                <c:pt idx="461">
                  <c:v>1.00014</c:v>
                </c:pt>
                <c:pt idx="462">
                  <c:v>1.00057</c:v>
                </c:pt>
                <c:pt idx="463">
                  <c:v>1.00057</c:v>
                </c:pt>
                <c:pt idx="464">
                  <c:v>1.00025</c:v>
                </c:pt>
                <c:pt idx="465">
                  <c:v>0.99927</c:v>
                </c:pt>
                <c:pt idx="466">
                  <c:v>0.99997</c:v>
                </c:pt>
                <c:pt idx="467">
                  <c:v>1.00015</c:v>
                </c:pt>
                <c:pt idx="468">
                  <c:v>1.03434</c:v>
                </c:pt>
                <c:pt idx="469">
                  <c:v>1.03727</c:v>
                </c:pt>
                <c:pt idx="470">
                  <c:v>1.03982</c:v>
                </c:pt>
                <c:pt idx="471">
                  <c:v>1.02726</c:v>
                </c:pt>
                <c:pt idx="472">
                  <c:v>1.03019</c:v>
                </c:pt>
                <c:pt idx="473">
                  <c:v>1.0355</c:v>
                </c:pt>
                <c:pt idx="474">
                  <c:v>1.03334</c:v>
                </c:pt>
                <c:pt idx="475">
                  <c:v>1.02913</c:v>
                </c:pt>
                <c:pt idx="476">
                  <c:v>1.02819</c:v>
                </c:pt>
                <c:pt idx="477">
                  <c:v>1.00175</c:v>
                </c:pt>
                <c:pt idx="478">
                  <c:v>1.00084</c:v>
                </c:pt>
                <c:pt idx="479">
                  <c:v>1.0002</c:v>
                </c:pt>
                <c:pt idx="480">
                  <c:v>1.00101</c:v>
                </c:pt>
                <c:pt idx="481">
                  <c:v>1.00094</c:v>
                </c:pt>
                <c:pt idx="482">
                  <c:v>1.00045</c:v>
                </c:pt>
                <c:pt idx="483">
                  <c:v>0.99958</c:v>
                </c:pt>
                <c:pt idx="484">
                  <c:v>1.00006</c:v>
                </c:pt>
                <c:pt idx="485">
                  <c:v>1.00027</c:v>
                </c:pt>
                <c:pt idx="486">
                  <c:v>1.03523</c:v>
                </c:pt>
                <c:pt idx="487">
                  <c:v>1.03745</c:v>
                </c:pt>
                <c:pt idx="488">
                  <c:v>1.03975</c:v>
                </c:pt>
                <c:pt idx="489">
                  <c:v>1.03067</c:v>
                </c:pt>
                <c:pt idx="490">
                  <c:v>1.03354</c:v>
                </c:pt>
                <c:pt idx="491">
                  <c:v>1.03717</c:v>
                </c:pt>
                <c:pt idx="492">
                  <c:v>1.03188</c:v>
                </c:pt>
                <c:pt idx="493">
                  <c:v>1.03064</c:v>
                </c:pt>
                <c:pt idx="494">
                  <c:v>1.03181</c:v>
                </c:pt>
                <c:pt idx="495">
                  <c:v>0.99954</c:v>
                </c:pt>
                <c:pt idx="496">
                  <c:v>0.99974</c:v>
                </c:pt>
                <c:pt idx="497">
                  <c:v>0.99988</c:v>
                </c:pt>
                <c:pt idx="498">
                  <c:v>0.99952</c:v>
                </c:pt>
                <c:pt idx="499">
                  <c:v>0.99989</c:v>
                </c:pt>
                <c:pt idx="500">
                  <c:v>0.99999</c:v>
                </c:pt>
                <c:pt idx="501">
                  <c:v>0.99892</c:v>
                </c:pt>
                <c:pt idx="502">
                  <c:v>0.9995</c:v>
                </c:pt>
                <c:pt idx="503">
                  <c:v>0.99989</c:v>
                </c:pt>
                <c:pt idx="504">
                  <c:v>1.03315</c:v>
                </c:pt>
                <c:pt idx="505">
                  <c:v>1.03238</c:v>
                </c:pt>
                <c:pt idx="506">
                  <c:v>1.03204</c:v>
                </c:pt>
                <c:pt idx="507">
                  <c:v>1.02802</c:v>
                </c:pt>
                <c:pt idx="508">
                  <c:v>1.02863</c:v>
                </c:pt>
                <c:pt idx="509">
                  <c:v>1.02973</c:v>
                </c:pt>
                <c:pt idx="510">
                  <c:v>1.02322</c:v>
                </c:pt>
                <c:pt idx="511">
                  <c:v>1.02233</c:v>
                </c:pt>
                <c:pt idx="512">
                  <c:v>1.02541</c:v>
                </c:pt>
                <c:pt idx="513">
                  <c:v>1.00035</c:v>
                </c:pt>
                <c:pt idx="514">
                  <c:v>1.00018</c:v>
                </c:pt>
                <c:pt idx="515">
                  <c:v>1.00006</c:v>
                </c:pt>
                <c:pt idx="516">
                  <c:v>1.00033</c:v>
                </c:pt>
                <c:pt idx="517">
                  <c:v>1.00026</c:v>
                </c:pt>
                <c:pt idx="518">
                  <c:v>1.00011</c:v>
                </c:pt>
                <c:pt idx="519">
                  <c:v>1.00018</c:v>
                </c:pt>
                <c:pt idx="520">
                  <c:v>1.00017</c:v>
                </c:pt>
                <c:pt idx="521">
                  <c:v>1.00014</c:v>
                </c:pt>
                <c:pt idx="522">
                  <c:v>1.02767</c:v>
                </c:pt>
                <c:pt idx="523">
                  <c:v>1.02942</c:v>
                </c:pt>
                <c:pt idx="524">
                  <c:v>1.03088</c:v>
                </c:pt>
                <c:pt idx="525">
                  <c:v>1.02178</c:v>
                </c:pt>
                <c:pt idx="526">
                  <c:v>1.02505</c:v>
                </c:pt>
                <c:pt idx="527">
                  <c:v>1.02827</c:v>
                </c:pt>
                <c:pt idx="528">
                  <c:v>1.0254</c:v>
                </c:pt>
                <c:pt idx="529">
                  <c:v>1.02223</c:v>
                </c:pt>
                <c:pt idx="530">
                  <c:v>1.0236</c:v>
                </c:pt>
                <c:pt idx="531">
                  <c:v>1.00146</c:v>
                </c:pt>
                <c:pt idx="532">
                  <c:v>1.00068</c:v>
                </c:pt>
                <c:pt idx="533">
                  <c:v>1.00018</c:v>
                </c:pt>
                <c:pt idx="534">
                  <c:v>1.00098</c:v>
                </c:pt>
                <c:pt idx="535">
                  <c:v>1.0008</c:v>
                </c:pt>
                <c:pt idx="536">
                  <c:v>1.00034</c:v>
                </c:pt>
                <c:pt idx="537">
                  <c:v>0.99961</c:v>
                </c:pt>
                <c:pt idx="538">
                  <c:v>1.00008</c:v>
                </c:pt>
                <c:pt idx="539">
                  <c:v>1.00022</c:v>
                </c:pt>
                <c:pt idx="540">
                  <c:v>1.0024</c:v>
                </c:pt>
                <c:pt idx="541">
                  <c:v>1.00082</c:v>
                </c:pt>
                <c:pt idx="542">
                  <c:v>1.00018</c:v>
                </c:pt>
                <c:pt idx="543">
                  <c:v>1.00214</c:v>
                </c:pt>
                <c:pt idx="544">
                  <c:v>1.00114</c:v>
                </c:pt>
                <c:pt idx="545">
                  <c:v>1.00037</c:v>
                </c:pt>
                <c:pt idx="546">
                  <c:v>1.00064</c:v>
                </c:pt>
                <c:pt idx="547">
                  <c:v>1.0008</c:v>
                </c:pt>
                <c:pt idx="548">
                  <c:v>1.00041</c:v>
                </c:pt>
                <c:pt idx="549">
                  <c:v>1.06189</c:v>
                </c:pt>
                <c:pt idx="550">
                  <c:v>1.07023</c:v>
                </c:pt>
                <c:pt idx="551">
                  <c:v>1.07569</c:v>
                </c:pt>
                <c:pt idx="552">
                  <c:v>1.04183</c:v>
                </c:pt>
                <c:pt idx="553">
                  <c:v>1.05595</c:v>
                </c:pt>
                <c:pt idx="554">
                  <c:v>1.0679</c:v>
                </c:pt>
                <c:pt idx="555">
                  <c:v>1.04599</c:v>
                </c:pt>
                <c:pt idx="556">
                  <c:v>1.04157</c:v>
                </c:pt>
                <c:pt idx="557">
                  <c:v>1.05396</c:v>
                </c:pt>
                <c:pt idx="558">
                  <c:v>1.00155</c:v>
                </c:pt>
                <c:pt idx="559">
                  <c:v>1.00063</c:v>
                </c:pt>
                <c:pt idx="560">
                  <c:v>1.00016</c:v>
                </c:pt>
                <c:pt idx="561">
                  <c:v>1.00165</c:v>
                </c:pt>
                <c:pt idx="562">
                  <c:v>1.00094</c:v>
                </c:pt>
                <c:pt idx="563">
                  <c:v>1.00033</c:v>
                </c:pt>
                <c:pt idx="564">
                  <c:v>1.00071</c:v>
                </c:pt>
                <c:pt idx="565">
                  <c:v>1.0007</c:v>
                </c:pt>
                <c:pt idx="566">
                  <c:v>1.00035</c:v>
                </c:pt>
                <c:pt idx="567">
                  <c:v>1.0665</c:v>
                </c:pt>
                <c:pt idx="568">
                  <c:v>1.07184</c:v>
                </c:pt>
                <c:pt idx="569">
                  <c:v>1.07608</c:v>
                </c:pt>
                <c:pt idx="570">
                  <c:v>1.04879</c:v>
                </c:pt>
                <c:pt idx="571">
                  <c:v>1.05901</c:v>
                </c:pt>
                <c:pt idx="572">
                  <c:v>1.06879</c:v>
                </c:pt>
                <c:pt idx="573">
                  <c:v>1.04312</c:v>
                </c:pt>
                <c:pt idx="574">
                  <c:v>1.04073</c:v>
                </c:pt>
                <c:pt idx="575">
                  <c:v>1.05535</c:v>
                </c:pt>
                <c:pt idx="576">
                  <c:v>1.00115</c:v>
                </c:pt>
                <c:pt idx="577">
                  <c:v>1.00049</c:v>
                </c:pt>
                <c:pt idx="578">
                  <c:v>1.00013</c:v>
                </c:pt>
                <c:pt idx="579">
                  <c:v>1.00149</c:v>
                </c:pt>
                <c:pt idx="580">
                  <c:v>1.00087</c:v>
                </c:pt>
                <c:pt idx="581">
                  <c:v>1.0003</c:v>
                </c:pt>
                <c:pt idx="582">
                  <c:v>1.00125</c:v>
                </c:pt>
                <c:pt idx="583">
                  <c:v>1.00092</c:v>
                </c:pt>
                <c:pt idx="584">
                  <c:v>1.00044</c:v>
                </c:pt>
                <c:pt idx="585">
                  <c:v>1.07142</c:v>
                </c:pt>
                <c:pt idx="586">
                  <c:v>1.07404</c:v>
                </c:pt>
                <c:pt idx="587">
                  <c:v>1.07676</c:v>
                </c:pt>
                <c:pt idx="588">
                  <c:v>1.05611</c:v>
                </c:pt>
                <c:pt idx="589">
                  <c:v>1.06267</c:v>
                </c:pt>
                <c:pt idx="590">
                  <c:v>1.06999</c:v>
                </c:pt>
                <c:pt idx="591">
                  <c:v>1.0421</c:v>
                </c:pt>
                <c:pt idx="592">
                  <c:v>1.04519</c:v>
                </c:pt>
                <c:pt idx="593">
                  <c:v>1.05724</c:v>
                </c:pt>
                <c:pt idx="594">
                  <c:v>0.99184</c:v>
                </c:pt>
                <c:pt idx="595">
                  <c:v>0.99533</c:v>
                </c:pt>
                <c:pt idx="596">
                  <c:v>0.99813</c:v>
                </c:pt>
                <c:pt idx="597">
                  <c:v>0.99401</c:v>
                </c:pt>
                <c:pt idx="598">
                  <c:v>0.99633</c:v>
                </c:pt>
                <c:pt idx="599">
                  <c:v>0.99838</c:v>
                </c:pt>
                <c:pt idx="600">
                  <c:v>0.99626</c:v>
                </c:pt>
                <c:pt idx="601">
                  <c:v>0.99765</c:v>
                </c:pt>
                <c:pt idx="602">
                  <c:v>0.99879</c:v>
                </c:pt>
                <c:pt idx="603">
                  <c:v>1.07453</c:v>
                </c:pt>
                <c:pt idx="604">
                  <c:v>1.07769</c:v>
                </c:pt>
                <c:pt idx="605">
                  <c:v>1.08113</c:v>
                </c:pt>
                <c:pt idx="606">
                  <c:v>1.06191</c:v>
                </c:pt>
                <c:pt idx="607">
                  <c:v>1.06773</c:v>
                </c:pt>
                <c:pt idx="608">
                  <c:v>1.07481</c:v>
                </c:pt>
                <c:pt idx="609">
                  <c:v>1.05429</c:v>
                </c:pt>
                <c:pt idx="610">
                  <c:v>1.05657</c:v>
                </c:pt>
                <c:pt idx="611">
                  <c:v>1.06617</c:v>
                </c:pt>
                <c:pt idx="612">
                  <c:v>1.00281</c:v>
                </c:pt>
                <c:pt idx="613">
                  <c:v>1.00091</c:v>
                </c:pt>
                <c:pt idx="614">
                  <c:v>0.99998</c:v>
                </c:pt>
                <c:pt idx="615">
                  <c:v>1.00338</c:v>
                </c:pt>
                <c:pt idx="616">
                  <c:v>1.00228</c:v>
                </c:pt>
                <c:pt idx="617">
                  <c:v>1.00078</c:v>
                </c:pt>
                <c:pt idx="618">
                  <c:v>1.0023</c:v>
                </c:pt>
                <c:pt idx="619">
                  <c:v>1.00191</c:v>
                </c:pt>
                <c:pt idx="620">
                  <c:v>1.00117</c:v>
                </c:pt>
                <c:pt idx="621">
                  <c:v>1.07319</c:v>
                </c:pt>
                <c:pt idx="622">
                  <c:v>1.07808</c:v>
                </c:pt>
                <c:pt idx="623">
                  <c:v>1.08192</c:v>
                </c:pt>
                <c:pt idx="624">
                  <c:v>1.05461</c:v>
                </c:pt>
                <c:pt idx="625">
                  <c:v>1.06536</c:v>
                </c:pt>
                <c:pt idx="626">
                  <c:v>1.0749</c:v>
                </c:pt>
                <c:pt idx="627">
                  <c:v>1.05166</c:v>
                </c:pt>
                <c:pt idx="628">
                  <c:v>1.04883</c:v>
                </c:pt>
                <c:pt idx="629">
                  <c:v>1.06153</c:v>
                </c:pt>
                <c:pt idx="630">
                  <c:v>1.04512</c:v>
                </c:pt>
                <c:pt idx="631">
                  <c:v>1.0459</c:v>
                </c:pt>
                <c:pt idx="632">
                  <c:v>1.04698</c:v>
                </c:pt>
                <c:pt idx="633">
                  <c:v>1.04774</c:v>
                </c:pt>
                <c:pt idx="634">
                  <c:v>1.04338</c:v>
                </c:pt>
                <c:pt idx="635">
                  <c:v>1.04557</c:v>
                </c:pt>
                <c:pt idx="636">
                  <c:v>1.07148</c:v>
                </c:pt>
                <c:pt idx="637">
                  <c:v>1.0517</c:v>
                </c:pt>
                <c:pt idx="638">
                  <c:v>1.04256</c:v>
                </c:pt>
                <c:pt idx="639">
                  <c:v>1.06539</c:v>
                </c:pt>
                <c:pt idx="640">
                  <c:v>1.07018</c:v>
                </c:pt>
                <c:pt idx="641">
                  <c:v>1.07352</c:v>
                </c:pt>
                <c:pt idx="642">
                  <c:v>1.05039</c:v>
                </c:pt>
                <c:pt idx="643">
                  <c:v>1.06071</c:v>
                </c:pt>
                <c:pt idx="644">
                  <c:v>1.0686</c:v>
                </c:pt>
                <c:pt idx="645">
                  <c:v>1.06646</c:v>
                </c:pt>
                <c:pt idx="646">
                  <c:v>1.05242</c:v>
                </c:pt>
                <c:pt idx="647">
                  <c:v>1.05902</c:v>
                </c:pt>
                <c:pt idx="648">
                  <c:v>1.0532</c:v>
                </c:pt>
                <c:pt idx="649">
                  <c:v>1.05453</c:v>
                </c:pt>
                <c:pt idx="650">
                  <c:v>1.05607</c:v>
                </c:pt>
                <c:pt idx="651">
                  <c:v>1.05058</c:v>
                </c:pt>
                <c:pt idx="652">
                  <c:v>1.05026</c:v>
                </c:pt>
                <c:pt idx="653">
                  <c:v>1.05352</c:v>
                </c:pt>
                <c:pt idx="654">
                  <c:v>1.07461</c:v>
                </c:pt>
                <c:pt idx="655">
                  <c:v>1.05858</c:v>
                </c:pt>
                <c:pt idx="656">
                  <c:v>1.04852</c:v>
                </c:pt>
                <c:pt idx="657">
                  <c:v>1.06863</c:v>
                </c:pt>
                <c:pt idx="658">
                  <c:v>1.07123</c:v>
                </c:pt>
                <c:pt idx="659">
                  <c:v>1.07359</c:v>
                </c:pt>
                <c:pt idx="660">
                  <c:v>1.0554</c:v>
                </c:pt>
                <c:pt idx="661">
                  <c:v>1.0629</c:v>
                </c:pt>
                <c:pt idx="662">
                  <c:v>1.06922</c:v>
                </c:pt>
                <c:pt idx="663">
                  <c:v>1.05688</c:v>
                </c:pt>
                <c:pt idx="664">
                  <c:v>1.0486</c:v>
                </c:pt>
                <c:pt idx="665">
                  <c:v>1.05977</c:v>
                </c:pt>
                <c:pt idx="666">
                  <c:v>1.05451</c:v>
                </c:pt>
                <c:pt idx="667">
                  <c:v>1.05517</c:v>
                </c:pt>
                <c:pt idx="668">
                  <c:v>1.05631</c:v>
                </c:pt>
                <c:pt idx="669">
                  <c:v>1.0583</c:v>
                </c:pt>
                <c:pt idx="670">
                  <c:v>1.0575</c:v>
                </c:pt>
                <c:pt idx="671">
                  <c:v>1.05742</c:v>
                </c:pt>
                <c:pt idx="672">
                  <c:v>1.0789</c:v>
                </c:pt>
                <c:pt idx="673">
                  <c:v>1.06685</c:v>
                </c:pt>
                <c:pt idx="674">
                  <c:v>1.05805</c:v>
                </c:pt>
                <c:pt idx="675">
                  <c:v>1.06676</c:v>
                </c:pt>
                <c:pt idx="676">
                  <c:v>1.0697</c:v>
                </c:pt>
                <c:pt idx="677">
                  <c:v>1.07283</c:v>
                </c:pt>
                <c:pt idx="678">
                  <c:v>1.05707</c:v>
                </c:pt>
                <c:pt idx="679">
                  <c:v>1.06274</c:v>
                </c:pt>
                <c:pt idx="680">
                  <c:v>1.06868</c:v>
                </c:pt>
                <c:pt idx="681">
                  <c:v>1.0494</c:v>
                </c:pt>
                <c:pt idx="682">
                  <c:v>1.05019</c:v>
                </c:pt>
                <c:pt idx="683">
                  <c:v>1.05998</c:v>
                </c:pt>
                <c:pt idx="684">
                  <c:v>1.03919</c:v>
                </c:pt>
                <c:pt idx="685">
                  <c:v>1.04162</c:v>
                </c:pt>
                <c:pt idx="686">
                  <c:v>1.04435</c:v>
                </c:pt>
                <c:pt idx="687">
                  <c:v>1.03884</c:v>
                </c:pt>
                <c:pt idx="688">
                  <c:v>1.04096</c:v>
                </c:pt>
                <c:pt idx="689">
                  <c:v>1.04358</c:v>
                </c:pt>
                <c:pt idx="690">
                  <c:v>1.04004</c:v>
                </c:pt>
                <c:pt idx="691">
                  <c:v>1.03805</c:v>
                </c:pt>
                <c:pt idx="692">
                  <c:v>1.04159</c:v>
                </c:pt>
                <c:pt idx="693">
                  <c:v>1.07598</c:v>
                </c:pt>
                <c:pt idx="694">
                  <c:v>1.07803</c:v>
                </c:pt>
                <c:pt idx="695">
                  <c:v>1.08055</c:v>
                </c:pt>
                <c:pt idx="696">
                  <c:v>1.06806</c:v>
                </c:pt>
                <c:pt idx="697">
                  <c:v>1.07182</c:v>
                </c:pt>
                <c:pt idx="698">
                  <c:v>1.07656</c:v>
                </c:pt>
                <c:pt idx="699">
                  <c:v>1.07194</c:v>
                </c:pt>
                <c:pt idx="700">
                  <c:v>1.06908</c:v>
                </c:pt>
                <c:pt idx="701">
                  <c:v>1.07393</c:v>
                </c:pt>
                <c:pt idx="702">
                  <c:v>1.0453</c:v>
                </c:pt>
                <c:pt idx="703">
                  <c:v>1.04529</c:v>
                </c:pt>
                <c:pt idx="704">
                  <c:v>1.04611</c:v>
                </c:pt>
                <c:pt idx="705">
                  <c:v>1.04214</c:v>
                </c:pt>
                <c:pt idx="706">
                  <c:v>1.04423</c:v>
                </c:pt>
                <c:pt idx="707">
                  <c:v>1.04551</c:v>
                </c:pt>
                <c:pt idx="708">
                  <c:v>1.05726</c:v>
                </c:pt>
                <c:pt idx="709">
                  <c:v>1.04608</c:v>
                </c:pt>
                <c:pt idx="710">
                  <c:v>1.04304</c:v>
                </c:pt>
                <c:pt idx="711">
                  <c:v>1.07861</c:v>
                </c:pt>
                <c:pt idx="712">
                  <c:v>1.08029</c:v>
                </c:pt>
                <c:pt idx="713">
                  <c:v>1.08194</c:v>
                </c:pt>
                <c:pt idx="714">
                  <c:v>1.064</c:v>
                </c:pt>
                <c:pt idx="715">
                  <c:v>1.07166</c:v>
                </c:pt>
                <c:pt idx="716">
                  <c:v>1.07745</c:v>
                </c:pt>
                <c:pt idx="717">
                  <c:v>1.07019</c:v>
                </c:pt>
                <c:pt idx="718">
                  <c:v>1.05946</c:v>
                </c:pt>
                <c:pt idx="719">
                  <c:v>1.0681</c:v>
                </c:pt>
                <c:pt idx="720">
                  <c:v>1.14492</c:v>
                </c:pt>
                <c:pt idx="721">
                  <c:v>1.14854</c:v>
                </c:pt>
                <c:pt idx="722">
                  <c:v>1.15295</c:v>
                </c:pt>
                <c:pt idx="723">
                  <c:v>1.14705</c:v>
                </c:pt>
                <c:pt idx="724">
                  <c:v>1.13854</c:v>
                </c:pt>
                <c:pt idx="725">
                  <c:v>1.14717</c:v>
                </c:pt>
                <c:pt idx="726">
                  <c:v>1.22095</c:v>
                </c:pt>
                <c:pt idx="727">
                  <c:v>1.15899</c:v>
                </c:pt>
                <c:pt idx="728">
                  <c:v>1.13561</c:v>
                </c:pt>
                <c:pt idx="729">
                  <c:v>1.2153</c:v>
                </c:pt>
                <c:pt idx="730">
                  <c:v>1.23238</c:v>
                </c:pt>
                <c:pt idx="731">
                  <c:v>1.24458</c:v>
                </c:pt>
                <c:pt idx="732">
                  <c:v>1.16296</c:v>
                </c:pt>
                <c:pt idx="733">
                  <c:v>1.19882</c:v>
                </c:pt>
                <c:pt idx="734">
                  <c:v>1.22681</c:v>
                </c:pt>
                <c:pt idx="735">
                  <c:v>1.20784</c:v>
                </c:pt>
                <c:pt idx="736">
                  <c:v>1.16295</c:v>
                </c:pt>
                <c:pt idx="737">
                  <c:v>1.19293</c:v>
                </c:pt>
                <c:pt idx="738">
                  <c:v>1.172</c:v>
                </c:pt>
                <c:pt idx="739">
                  <c:v>1.17752</c:v>
                </c:pt>
                <c:pt idx="740">
                  <c:v>1.1837</c:v>
                </c:pt>
                <c:pt idx="741">
                  <c:v>1.15691</c:v>
                </c:pt>
                <c:pt idx="742">
                  <c:v>1.16113</c:v>
                </c:pt>
                <c:pt idx="743">
                  <c:v>1.17368</c:v>
                </c:pt>
                <c:pt idx="744">
                  <c:v>1.23126</c:v>
                </c:pt>
                <c:pt idx="745">
                  <c:v>1.18144</c:v>
                </c:pt>
                <c:pt idx="746">
                  <c:v>1.15484</c:v>
                </c:pt>
                <c:pt idx="747">
                  <c:v>1.22691</c:v>
                </c:pt>
                <c:pt idx="748">
                  <c:v>1.23626</c:v>
                </c:pt>
                <c:pt idx="749">
                  <c:v>1.24485</c:v>
                </c:pt>
                <c:pt idx="750">
                  <c:v>1.18085</c:v>
                </c:pt>
                <c:pt idx="751">
                  <c:v>1.2068</c:v>
                </c:pt>
                <c:pt idx="752">
                  <c:v>1.22913</c:v>
                </c:pt>
                <c:pt idx="753">
                  <c:v>1.17798</c:v>
                </c:pt>
                <c:pt idx="754">
                  <c:v>1.15706</c:v>
                </c:pt>
                <c:pt idx="755">
                  <c:v>1.1958</c:v>
                </c:pt>
                <c:pt idx="756">
                  <c:v>1.17579</c:v>
                </c:pt>
                <c:pt idx="757">
                  <c:v>1.17912</c:v>
                </c:pt>
                <c:pt idx="758">
                  <c:v>1.18417</c:v>
                </c:pt>
                <c:pt idx="759">
                  <c:v>1.18316</c:v>
                </c:pt>
                <c:pt idx="760">
                  <c:v>1.18367</c:v>
                </c:pt>
                <c:pt idx="761">
                  <c:v>1.18582</c:v>
                </c:pt>
                <c:pt idx="762">
                  <c:v>1.24336</c:v>
                </c:pt>
                <c:pt idx="763">
                  <c:v>1.20823</c:v>
                </c:pt>
                <c:pt idx="764">
                  <c:v>1.18447</c:v>
                </c:pt>
                <c:pt idx="765">
                  <c:v>1.21967</c:v>
                </c:pt>
                <c:pt idx="766">
                  <c:v>1.23038</c:v>
                </c:pt>
                <c:pt idx="767">
                  <c:v>1.24181</c:v>
                </c:pt>
                <c:pt idx="768">
                  <c:v>1.18602</c:v>
                </c:pt>
                <c:pt idx="769">
                  <c:v>1.2058</c:v>
                </c:pt>
                <c:pt idx="770">
                  <c:v>1.22691</c:v>
                </c:pt>
                <c:pt idx="771">
                  <c:v>1.15294</c:v>
                </c:pt>
                <c:pt idx="772">
                  <c:v>1.1625</c:v>
                </c:pt>
                <c:pt idx="773">
                  <c:v>1.19629</c:v>
                </c:pt>
                <c:pt idx="774">
                  <c:v>1.12539</c:v>
                </c:pt>
                <c:pt idx="775">
                  <c:v>1.13404</c:v>
                </c:pt>
                <c:pt idx="776">
                  <c:v>1.14379</c:v>
                </c:pt>
                <c:pt idx="777">
                  <c:v>1.12337</c:v>
                </c:pt>
                <c:pt idx="778">
                  <c:v>1.13089</c:v>
                </c:pt>
                <c:pt idx="779">
                  <c:v>1.14048</c:v>
                </c:pt>
                <c:pt idx="780">
                  <c:v>1.12103</c:v>
                </c:pt>
                <c:pt idx="781">
                  <c:v>1.12063</c:v>
                </c:pt>
                <c:pt idx="782">
                  <c:v>1.13269</c:v>
                </c:pt>
                <c:pt idx="783">
                  <c:v>1.25178</c:v>
                </c:pt>
                <c:pt idx="784">
                  <c:v>1.25921</c:v>
                </c:pt>
                <c:pt idx="785">
                  <c:v>1.26828</c:v>
                </c:pt>
                <c:pt idx="786">
                  <c:v>1.22112</c:v>
                </c:pt>
                <c:pt idx="787">
                  <c:v>1.23517</c:v>
                </c:pt>
                <c:pt idx="788">
                  <c:v>1.2528</c:v>
                </c:pt>
                <c:pt idx="789">
                  <c:v>1.226</c:v>
                </c:pt>
                <c:pt idx="790">
                  <c:v>1.22119</c:v>
                </c:pt>
                <c:pt idx="791">
                  <c:v>1.24071</c:v>
                </c:pt>
                <c:pt idx="792">
                  <c:v>1.14654</c:v>
                </c:pt>
                <c:pt idx="793">
                  <c:v>1.14694</c:v>
                </c:pt>
                <c:pt idx="794">
                  <c:v>1.15024</c:v>
                </c:pt>
                <c:pt idx="795">
                  <c:v>1.1348</c:v>
                </c:pt>
                <c:pt idx="796">
                  <c:v>1.1422</c:v>
                </c:pt>
                <c:pt idx="797">
                  <c:v>1.14726</c:v>
                </c:pt>
                <c:pt idx="798">
                  <c:v>1.17792</c:v>
                </c:pt>
                <c:pt idx="799">
                  <c:v>1.14231</c:v>
                </c:pt>
                <c:pt idx="800">
                  <c:v>1.13768</c:v>
                </c:pt>
                <c:pt idx="801">
                  <c:v>1.25873</c:v>
                </c:pt>
                <c:pt idx="802">
                  <c:v>1.26567</c:v>
                </c:pt>
                <c:pt idx="803">
                  <c:v>1.27241</c:v>
                </c:pt>
                <c:pt idx="804">
                  <c:v>1.2084</c:v>
                </c:pt>
                <c:pt idx="805">
                  <c:v>1.23493</c:v>
                </c:pt>
                <c:pt idx="806">
                  <c:v>1.25609</c:v>
                </c:pt>
                <c:pt idx="807">
                  <c:v>1.22134</c:v>
                </c:pt>
                <c:pt idx="808">
                  <c:v>1.18572</c:v>
                </c:pt>
                <c:pt idx="809">
                  <c:v>1.22265</c:v>
                </c:pt>
                <c:pt idx="810">
                  <c:v>0.88119</c:v>
                </c:pt>
                <c:pt idx="811">
                  <c:v>0.8808</c:v>
                </c:pt>
                <c:pt idx="812">
                  <c:v>0.87939</c:v>
                </c:pt>
                <c:pt idx="813">
                  <c:v>0.86471</c:v>
                </c:pt>
                <c:pt idx="814">
                  <c:v>0.88453</c:v>
                </c:pt>
                <c:pt idx="815">
                  <c:v>0.8812</c:v>
                </c:pt>
                <c:pt idx="816">
                  <c:v>0.8008</c:v>
                </c:pt>
                <c:pt idx="817">
                  <c:v>0.85336</c:v>
                </c:pt>
                <c:pt idx="818">
                  <c:v>0.88625</c:v>
                </c:pt>
                <c:pt idx="819">
                  <c:v>0.83519</c:v>
                </c:pt>
                <c:pt idx="820">
                  <c:v>0.82489</c:v>
                </c:pt>
                <c:pt idx="821">
                  <c:v>0.81798</c:v>
                </c:pt>
                <c:pt idx="822">
                  <c:v>0.86895</c:v>
                </c:pt>
                <c:pt idx="823">
                  <c:v>0.84552</c:v>
                </c:pt>
                <c:pt idx="824">
                  <c:v>0.82836</c:v>
                </c:pt>
                <c:pt idx="825">
                  <c:v>0.81757</c:v>
                </c:pt>
                <c:pt idx="826">
                  <c:v>0.85394</c:v>
                </c:pt>
                <c:pt idx="827">
                  <c:v>0.84935</c:v>
                </c:pt>
                <c:pt idx="828">
                  <c:v>0.86151</c:v>
                </c:pt>
                <c:pt idx="829">
                  <c:v>0.8598</c:v>
                </c:pt>
                <c:pt idx="830">
                  <c:v>0.85753</c:v>
                </c:pt>
                <c:pt idx="831">
                  <c:v>0.85849</c:v>
                </c:pt>
                <c:pt idx="832">
                  <c:v>0.86712</c:v>
                </c:pt>
                <c:pt idx="833">
                  <c:v>0.86159</c:v>
                </c:pt>
                <c:pt idx="834">
                  <c:v>0.79332</c:v>
                </c:pt>
                <c:pt idx="835">
                  <c:v>0.83621</c:v>
                </c:pt>
                <c:pt idx="836">
                  <c:v>0.87065</c:v>
                </c:pt>
                <c:pt idx="837">
                  <c:v>0.82829</c:v>
                </c:pt>
                <c:pt idx="838">
                  <c:v>0.82275</c:v>
                </c:pt>
                <c:pt idx="839">
                  <c:v>0.81791</c:v>
                </c:pt>
                <c:pt idx="840">
                  <c:v>0.85827</c:v>
                </c:pt>
                <c:pt idx="841">
                  <c:v>0.84107</c:v>
                </c:pt>
                <c:pt idx="842">
                  <c:v>0.82713</c:v>
                </c:pt>
                <c:pt idx="843">
                  <c:v>0.84341</c:v>
                </c:pt>
                <c:pt idx="844">
                  <c:v>0.87338</c:v>
                </c:pt>
                <c:pt idx="845">
                  <c:v>0.84801</c:v>
                </c:pt>
                <c:pt idx="846">
                  <c:v>0.85742</c:v>
                </c:pt>
                <c:pt idx="847">
                  <c:v>0.85748</c:v>
                </c:pt>
                <c:pt idx="848">
                  <c:v>0.85647</c:v>
                </c:pt>
                <c:pt idx="849">
                  <c:v>0.84062</c:v>
                </c:pt>
                <c:pt idx="850">
                  <c:v>0.84707</c:v>
                </c:pt>
                <c:pt idx="851">
                  <c:v>0.85074</c:v>
                </c:pt>
                <c:pt idx="852">
                  <c:v>0.78046</c:v>
                </c:pt>
                <c:pt idx="853">
                  <c:v>0.8154</c:v>
                </c:pt>
                <c:pt idx="854">
                  <c:v>0.84432</c:v>
                </c:pt>
                <c:pt idx="855">
                  <c:v>0.83157</c:v>
                </c:pt>
                <c:pt idx="856">
                  <c:v>0.82551</c:v>
                </c:pt>
                <c:pt idx="857">
                  <c:v>0.81912</c:v>
                </c:pt>
                <c:pt idx="858">
                  <c:v>0.85357</c:v>
                </c:pt>
                <c:pt idx="859">
                  <c:v>0.84083</c:v>
                </c:pt>
                <c:pt idx="860">
                  <c:v>0.82796</c:v>
                </c:pt>
                <c:pt idx="861">
                  <c:v>0.86126</c:v>
                </c:pt>
                <c:pt idx="862">
                  <c:v>0.8697</c:v>
                </c:pt>
                <c:pt idx="863">
                  <c:v>0.84722</c:v>
                </c:pt>
                <c:pt idx="864">
                  <c:v>0.89609</c:v>
                </c:pt>
                <c:pt idx="865">
                  <c:v>0.89103</c:v>
                </c:pt>
                <c:pt idx="866">
                  <c:v>0.8853</c:v>
                </c:pt>
                <c:pt idx="867">
                  <c:v>0.89562</c:v>
                </c:pt>
                <c:pt idx="868">
                  <c:v>0.89111</c:v>
                </c:pt>
                <c:pt idx="869">
                  <c:v>0.88603</c:v>
                </c:pt>
                <c:pt idx="870">
                  <c:v>0.88267</c:v>
                </c:pt>
                <c:pt idx="871">
                  <c:v>0.89739</c:v>
                </c:pt>
                <c:pt idx="872">
                  <c:v>0.88912</c:v>
                </c:pt>
                <c:pt idx="873">
                  <c:v>0.81059</c:v>
                </c:pt>
                <c:pt idx="874">
                  <c:v>0.80637</c:v>
                </c:pt>
                <c:pt idx="875">
                  <c:v>0.80097</c:v>
                </c:pt>
                <c:pt idx="876">
                  <c:v>0.82444</c:v>
                </c:pt>
                <c:pt idx="877">
                  <c:v>0.81723</c:v>
                </c:pt>
                <c:pt idx="878">
                  <c:v>0.80801</c:v>
                </c:pt>
                <c:pt idx="879">
                  <c:v>0.80433</c:v>
                </c:pt>
                <c:pt idx="880">
                  <c:v>0.8175</c:v>
                </c:pt>
                <c:pt idx="881">
                  <c:v>0.81012</c:v>
                </c:pt>
                <c:pt idx="882">
                  <c:v>0.88226</c:v>
                </c:pt>
                <c:pt idx="883">
                  <c:v>0.88299</c:v>
                </c:pt>
                <c:pt idx="884">
                  <c:v>0.88181</c:v>
                </c:pt>
                <c:pt idx="885">
                  <c:v>0.88819</c:v>
                </c:pt>
                <c:pt idx="886">
                  <c:v>0.88371</c:v>
                </c:pt>
                <c:pt idx="887">
                  <c:v>0.8818</c:v>
                </c:pt>
                <c:pt idx="888">
                  <c:v>0.84059</c:v>
                </c:pt>
                <c:pt idx="889">
                  <c:v>0.86989</c:v>
                </c:pt>
                <c:pt idx="890">
                  <c:v>0.88583</c:v>
                </c:pt>
                <c:pt idx="891">
                  <c:v>0.80186</c:v>
                </c:pt>
                <c:pt idx="892">
                  <c:v>0.79945</c:v>
                </c:pt>
                <c:pt idx="893">
                  <c:v>0.79697</c:v>
                </c:pt>
                <c:pt idx="894">
                  <c:v>0.83551</c:v>
                </c:pt>
                <c:pt idx="895">
                  <c:v>0.81804</c:v>
                </c:pt>
                <c:pt idx="896">
                  <c:v>0.80626</c:v>
                </c:pt>
                <c:pt idx="897">
                  <c:v>0.81008</c:v>
                </c:pt>
                <c:pt idx="898">
                  <c:v>0.836</c:v>
                </c:pt>
                <c:pt idx="899">
                  <c:v>0.82625</c:v>
                </c:pt>
                <c:pt idx="900">
                  <c:v>1.13532</c:v>
                </c:pt>
                <c:pt idx="901">
                  <c:v>1.14856</c:v>
                </c:pt>
                <c:pt idx="902">
                  <c:v>1.15504</c:v>
                </c:pt>
                <c:pt idx="903">
                  <c:v>1.13754</c:v>
                </c:pt>
                <c:pt idx="904">
                  <c:v>1.13426</c:v>
                </c:pt>
                <c:pt idx="905">
                  <c:v>1.14713</c:v>
                </c:pt>
                <c:pt idx="906">
                  <c:v>1.23397</c:v>
                </c:pt>
                <c:pt idx="907">
                  <c:v>1.15883</c:v>
                </c:pt>
                <c:pt idx="908">
                  <c:v>1.13495</c:v>
                </c:pt>
                <c:pt idx="909">
                  <c:v>0.84521</c:v>
                </c:pt>
                <c:pt idx="910">
                  <c:v>0.82817</c:v>
                </c:pt>
                <c:pt idx="911">
                  <c:v>0.81833</c:v>
                </c:pt>
                <c:pt idx="912">
                  <c:v>0.87195</c:v>
                </c:pt>
                <c:pt idx="913">
                  <c:v>0.84887</c:v>
                </c:pt>
                <c:pt idx="914">
                  <c:v>0.82957</c:v>
                </c:pt>
                <c:pt idx="915">
                  <c:v>0.80222</c:v>
                </c:pt>
                <c:pt idx="916">
                  <c:v>0.85058</c:v>
                </c:pt>
                <c:pt idx="917">
                  <c:v>0.84926</c:v>
                </c:pt>
                <c:pt idx="918">
                  <c:v>1.16768</c:v>
                </c:pt>
                <c:pt idx="919">
                  <c:v>1.17827</c:v>
                </c:pt>
                <c:pt idx="920">
                  <c:v>1.18574</c:v>
                </c:pt>
                <c:pt idx="921">
                  <c:v>1.15026</c:v>
                </c:pt>
                <c:pt idx="922">
                  <c:v>1.15815</c:v>
                </c:pt>
                <c:pt idx="923">
                  <c:v>1.17382</c:v>
                </c:pt>
                <c:pt idx="924">
                  <c:v>1.2415</c:v>
                </c:pt>
                <c:pt idx="925">
                  <c:v>1.18269</c:v>
                </c:pt>
                <c:pt idx="926">
                  <c:v>1.15484</c:v>
                </c:pt>
                <c:pt idx="927">
                  <c:v>0.83754</c:v>
                </c:pt>
                <c:pt idx="928">
                  <c:v>0.82554</c:v>
                </c:pt>
                <c:pt idx="929">
                  <c:v>0.8173</c:v>
                </c:pt>
                <c:pt idx="930">
                  <c:v>0.8628</c:v>
                </c:pt>
                <c:pt idx="931">
                  <c:v>0.8454</c:v>
                </c:pt>
                <c:pt idx="932">
                  <c:v>0.82861</c:v>
                </c:pt>
                <c:pt idx="933">
                  <c:v>0.83096</c:v>
                </c:pt>
                <c:pt idx="934">
                  <c:v>0.86969</c:v>
                </c:pt>
                <c:pt idx="935">
                  <c:v>0.84789</c:v>
                </c:pt>
                <c:pt idx="936">
                  <c:v>1.17286</c:v>
                </c:pt>
                <c:pt idx="937">
                  <c:v>1.18026</c:v>
                </c:pt>
                <c:pt idx="938">
                  <c:v>1.18623</c:v>
                </c:pt>
                <c:pt idx="939">
                  <c:v>1.1741</c:v>
                </c:pt>
                <c:pt idx="940">
                  <c:v>1.1798</c:v>
                </c:pt>
                <c:pt idx="941">
                  <c:v>1.18581</c:v>
                </c:pt>
                <c:pt idx="942">
                  <c:v>1.23615</c:v>
                </c:pt>
                <c:pt idx="943">
                  <c:v>1.20321</c:v>
                </c:pt>
                <c:pt idx="944">
                  <c:v>1.18274</c:v>
                </c:pt>
                <c:pt idx="945">
                  <c:v>0.81375</c:v>
                </c:pt>
                <c:pt idx="946">
                  <c:v>0.8133</c:v>
                </c:pt>
                <c:pt idx="947">
                  <c:v>0.81265</c:v>
                </c:pt>
                <c:pt idx="948">
                  <c:v>0.83827</c:v>
                </c:pt>
                <c:pt idx="949">
                  <c:v>0.83114</c:v>
                </c:pt>
                <c:pt idx="950">
                  <c:v>0.8228</c:v>
                </c:pt>
                <c:pt idx="951">
                  <c:v>0.83976</c:v>
                </c:pt>
                <c:pt idx="952">
                  <c:v>0.85725</c:v>
                </c:pt>
                <c:pt idx="953">
                  <c:v>0.8414</c:v>
                </c:pt>
                <c:pt idx="954">
                  <c:v>1.20922</c:v>
                </c:pt>
                <c:pt idx="955">
                  <c:v>1.18976</c:v>
                </c:pt>
                <c:pt idx="956">
                  <c:v>1.17334</c:v>
                </c:pt>
                <c:pt idx="957">
                  <c:v>1.18369</c:v>
                </c:pt>
                <c:pt idx="958">
                  <c:v>1.17395</c:v>
                </c:pt>
                <c:pt idx="959">
                  <c:v>1.16552</c:v>
                </c:pt>
                <c:pt idx="960">
                  <c:v>1.16469</c:v>
                </c:pt>
                <c:pt idx="961">
                  <c:v>1.14989</c:v>
                </c:pt>
                <c:pt idx="962">
                  <c:v>1.15198</c:v>
                </c:pt>
                <c:pt idx="963">
                  <c:v>0.81212</c:v>
                </c:pt>
                <c:pt idx="964">
                  <c:v>0.80678</c:v>
                </c:pt>
                <c:pt idx="965">
                  <c:v>0.80079</c:v>
                </c:pt>
                <c:pt idx="966">
                  <c:v>0.82658</c:v>
                </c:pt>
                <c:pt idx="967">
                  <c:v>0.81859</c:v>
                </c:pt>
                <c:pt idx="968">
                  <c:v>0.8084</c:v>
                </c:pt>
                <c:pt idx="969">
                  <c:v>0.80578</c:v>
                </c:pt>
                <c:pt idx="970">
                  <c:v>0.81869</c:v>
                </c:pt>
                <c:pt idx="971">
                  <c:v>0.81086</c:v>
                </c:pt>
                <c:pt idx="972">
                  <c:v>1.14247</c:v>
                </c:pt>
                <c:pt idx="973">
                  <c:v>1.15337</c:v>
                </c:pt>
                <c:pt idx="974">
                  <c:v>1.15858</c:v>
                </c:pt>
                <c:pt idx="975">
                  <c:v>1.12315</c:v>
                </c:pt>
                <c:pt idx="976">
                  <c:v>1.13608</c:v>
                </c:pt>
                <c:pt idx="977">
                  <c:v>1.14889</c:v>
                </c:pt>
                <c:pt idx="978">
                  <c:v>1.18053</c:v>
                </c:pt>
                <c:pt idx="979">
                  <c:v>1.1386</c:v>
                </c:pt>
                <c:pt idx="980">
                  <c:v>1.13518</c:v>
                </c:pt>
                <c:pt idx="981">
                  <c:v>0.81233</c:v>
                </c:pt>
                <c:pt idx="982">
                  <c:v>0.80355</c:v>
                </c:pt>
                <c:pt idx="983">
                  <c:v>0.79771</c:v>
                </c:pt>
                <c:pt idx="984">
                  <c:v>0.84222</c:v>
                </c:pt>
                <c:pt idx="985">
                  <c:v>0.82322</c:v>
                </c:pt>
                <c:pt idx="986">
                  <c:v>0.80821</c:v>
                </c:pt>
                <c:pt idx="987">
                  <c:v>0.79982</c:v>
                </c:pt>
                <c:pt idx="988">
                  <c:v>0.83349</c:v>
                </c:pt>
                <c:pt idx="989">
                  <c:v>0.8266</c:v>
                </c:pt>
                <c:pt idx="990">
                  <c:v>0.88865</c:v>
                </c:pt>
                <c:pt idx="991">
                  <c:v>0.88079</c:v>
                </c:pt>
                <c:pt idx="992">
                  <c:v>0.8778</c:v>
                </c:pt>
                <c:pt idx="993">
                  <c:v>0.87194</c:v>
                </c:pt>
                <c:pt idx="994">
                  <c:v>0.88788</c:v>
                </c:pt>
                <c:pt idx="995">
                  <c:v>0.88123</c:v>
                </c:pt>
                <c:pt idx="996">
                  <c:v>0.79235</c:v>
                </c:pt>
                <c:pt idx="997">
                  <c:v>0.85348</c:v>
                </c:pt>
                <c:pt idx="998">
                  <c:v>0.88676</c:v>
                </c:pt>
                <c:pt idx="999">
                  <c:v>1.20089</c:v>
                </c:pt>
                <c:pt idx="1000">
                  <c:v>1.2275</c:v>
                </c:pt>
                <c:pt idx="1001">
                  <c:v>1.24405</c:v>
                </c:pt>
                <c:pt idx="1002">
                  <c:v>1.15895</c:v>
                </c:pt>
                <c:pt idx="1003">
                  <c:v>1.19409</c:v>
                </c:pt>
                <c:pt idx="1004">
                  <c:v>1.22501</c:v>
                </c:pt>
                <c:pt idx="1005">
                  <c:v>1.23096</c:v>
                </c:pt>
                <c:pt idx="1006">
                  <c:v>1.16753</c:v>
                </c:pt>
                <c:pt idx="1007">
                  <c:v>1.19305</c:v>
                </c:pt>
                <c:pt idx="1008">
                  <c:v>0.8647</c:v>
                </c:pt>
                <c:pt idx="1009">
                  <c:v>0.85925</c:v>
                </c:pt>
                <c:pt idx="1010">
                  <c:v>0.85606</c:v>
                </c:pt>
                <c:pt idx="1011">
                  <c:v>0.86346</c:v>
                </c:pt>
                <c:pt idx="1012">
                  <c:v>0.86935</c:v>
                </c:pt>
                <c:pt idx="1013">
                  <c:v>0.86149</c:v>
                </c:pt>
                <c:pt idx="1014">
                  <c:v>0.78678</c:v>
                </c:pt>
                <c:pt idx="1015">
                  <c:v>0.83532</c:v>
                </c:pt>
                <c:pt idx="1016">
                  <c:v>0.87065</c:v>
                </c:pt>
                <c:pt idx="1017">
                  <c:v>1.21335</c:v>
                </c:pt>
                <c:pt idx="1018">
                  <c:v>1.23209</c:v>
                </c:pt>
                <c:pt idx="1019">
                  <c:v>1.24578</c:v>
                </c:pt>
                <c:pt idx="1020">
                  <c:v>1.17465</c:v>
                </c:pt>
                <c:pt idx="1021">
                  <c:v>1.20061</c:v>
                </c:pt>
                <c:pt idx="1022">
                  <c:v>1.22693</c:v>
                </c:pt>
                <c:pt idx="1023">
                  <c:v>1.19562</c:v>
                </c:pt>
                <c:pt idx="1024">
                  <c:v>1.16196</c:v>
                </c:pt>
                <c:pt idx="1025">
                  <c:v>1.19596</c:v>
                </c:pt>
                <c:pt idx="1026">
                  <c:v>0.85956</c:v>
                </c:pt>
                <c:pt idx="1027">
                  <c:v>0.85665</c:v>
                </c:pt>
                <c:pt idx="1028">
                  <c:v>0.85498</c:v>
                </c:pt>
                <c:pt idx="1029">
                  <c:v>0.8471</c:v>
                </c:pt>
                <c:pt idx="1030">
                  <c:v>0.84985</c:v>
                </c:pt>
                <c:pt idx="1031">
                  <c:v>0.85074</c:v>
                </c:pt>
                <c:pt idx="1032">
                  <c:v>0.78501</c:v>
                </c:pt>
                <c:pt idx="1033">
                  <c:v>0.8188</c:v>
                </c:pt>
                <c:pt idx="1034">
                  <c:v>0.84555</c:v>
                </c:pt>
                <c:pt idx="1035">
                  <c:v>1.24639</c:v>
                </c:pt>
                <c:pt idx="1036">
                  <c:v>1.24885</c:v>
                </c:pt>
                <c:pt idx="1037">
                  <c:v>1.2517</c:v>
                </c:pt>
                <c:pt idx="1038">
                  <c:v>1.20768</c:v>
                </c:pt>
                <c:pt idx="1039">
                  <c:v>1.21985</c:v>
                </c:pt>
                <c:pt idx="1040">
                  <c:v>1.23461</c:v>
                </c:pt>
                <c:pt idx="1041">
                  <c:v>1.18245</c:v>
                </c:pt>
                <c:pt idx="1042">
                  <c:v>1.17939</c:v>
                </c:pt>
                <c:pt idx="1043">
                  <c:v>1.20457</c:v>
                </c:pt>
                <c:pt idx="1044">
                  <c:v>0.83397</c:v>
                </c:pt>
                <c:pt idx="1045">
                  <c:v>0.8493</c:v>
                </c:pt>
                <c:pt idx="1046">
                  <c:v>0.86301</c:v>
                </c:pt>
                <c:pt idx="1047">
                  <c:v>0.84998</c:v>
                </c:pt>
                <c:pt idx="1048">
                  <c:v>0.85842</c:v>
                </c:pt>
                <c:pt idx="1049">
                  <c:v>0.867</c:v>
                </c:pt>
                <c:pt idx="1050">
                  <c:v>0.84958</c:v>
                </c:pt>
                <c:pt idx="1051">
                  <c:v>0.87455</c:v>
                </c:pt>
                <c:pt idx="1052">
                  <c:v>0.87423</c:v>
                </c:pt>
                <c:pt idx="1053">
                  <c:v>1.24941</c:v>
                </c:pt>
                <c:pt idx="1054">
                  <c:v>1.25858</c:v>
                </c:pt>
                <c:pt idx="1055">
                  <c:v>1.26856</c:v>
                </c:pt>
                <c:pt idx="1056">
                  <c:v>1.21797</c:v>
                </c:pt>
                <c:pt idx="1057">
                  <c:v>1.23311</c:v>
                </c:pt>
                <c:pt idx="1058">
                  <c:v>1.25221</c:v>
                </c:pt>
                <c:pt idx="1059">
                  <c:v>1.22379</c:v>
                </c:pt>
                <c:pt idx="1060">
                  <c:v>1.21941</c:v>
                </c:pt>
                <c:pt idx="1061">
                  <c:v>1.23958</c:v>
                </c:pt>
                <c:pt idx="1062">
                  <c:v>0.8854</c:v>
                </c:pt>
                <c:pt idx="1063">
                  <c:v>0.87807</c:v>
                </c:pt>
                <c:pt idx="1064">
                  <c:v>0.87545</c:v>
                </c:pt>
                <c:pt idx="1065">
                  <c:v>0.89741</c:v>
                </c:pt>
                <c:pt idx="1066">
                  <c:v>0.88847</c:v>
                </c:pt>
                <c:pt idx="1067">
                  <c:v>0.88055</c:v>
                </c:pt>
                <c:pt idx="1068">
                  <c:v>0.83872</c:v>
                </c:pt>
                <c:pt idx="1069">
                  <c:v>0.87272</c:v>
                </c:pt>
                <c:pt idx="1070">
                  <c:v>0.88779</c:v>
                </c:pt>
                <c:pt idx="1071">
                  <c:v>1.2425</c:v>
                </c:pt>
                <c:pt idx="1072">
                  <c:v>1.25921</c:v>
                </c:pt>
                <c:pt idx="1073">
                  <c:v>1.27125</c:v>
                </c:pt>
                <c:pt idx="1074">
                  <c:v>1.19877</c:v>
                </c:pt>
                <c:pt idx="1075">
                  <c:v>1.22717</c:v>
                </c:pt>
                <c:pt idx="1076">
                  <c:v>1.25306</c:v>
                </c:pt>
                <c:pt idx="1077">
                  <c:v>1.237</c:v>
                </c:pt>
                <c:pt idx="1078">
                  <c:v>1.18929</c:v>
                </c:pt>
                <c:pt idx="1079">
                  <c:v>1.22213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Sheet1!$B$1083</c:f>
              <c:strCache>
                <c:ptCount val="1"/>
                <c:pt idx="0">
                  <c:v>y = x</c:v>
                </c:pt>
              </c:strCache>
            </c:strRef>
          </c:tx>
          <c:spPr>
            <a:ln w="9525">
              <a:solidFill>
                <a:srgbClr val="7A7A7A"/>
              </a:solidFill>
              <a:prstDash val="dash"/>
            </a:ln>
          </c:spPr>
          <c:marker>
            <c:symbol val="none"/>
          </c:marker>
          <c:xVal>
            <c:numRef>
              <c:f>Sheet1!$A$1084:$A$1085</c:f>
              <c:numCache>
                <c:formatCode>General</c:formatCode>
                <c:ptCount val="2"/>
                <c:pt idx="0">
                  <c:v>0.8</c:v>
                </c:pt>
                <c:pt idx="1">
                  <c:v>1.3</c:v>
                </c:pt>
              </c:numCache>
            </c:numRef>
          </c:xVal>
          <c:yVal>
            <c:numRef>
              <c:f>Sheet1!$B$1084:$B$1085</c:f>
              <c:numCache>
                <c:formatCode>General</c:formatCode>
                <c:ptCount val="2"/>
                <c:pt idx="0">
                  <c:v>0.8</c:v>
                </c:pt>
                <c:pt idx="1">
                  <c:v>1.3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3"/>
          <c:min val="0.8"/>
        </c:scaling>
        <c:delete val="0"/>
        <c:axPos val="b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직접 시뮬레이션  D/D0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129643912"/>
        <c:crosses val="autoZero"/>
        <c:crossBetween val="midCat"/>
        <c:majorUnit val="0.1"/>
      </c:valAx>
      <c:valAx>
        <c:axId val="-2129643912"/>
        <c:scaling>
          <c:orientation val="minMax"/>
          <c:max val="1.3"/>
          <c:min val="0.8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모델 예측 (logquad)  D/D0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128940872"/>
        <c:crosses val="autoZero"/>
        <c:crossBetween val="midCat"/>
        <c:majorUnit val="0.1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(b) 전역 변동점별 평균 오차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선형 (lin)</c:v>
                </c:pt>
              </c:strCache>
            </c:strRef>
          </c:tx>
          <c:spPr>
            <a:solidFill>
              <a:srgbClr val="FFFFFF"/>
            </a:solidFill>
            <a:ln w="9525">
              <a:solidFill>
                <a:srgbClr val="000000"/>
              </a:solidFill>
            </a:ln>
          </c:spPr>
          <c:cat>
            <c:strRef>
              <c:f>Sheet1!$A$2:$A$13</c:f>
              <c:strCache>
                <c:ptCount val="12"/>
                <c:pt idx="0">
                  <c:v>N vth +1σ</c:v>
                </c:pt>
                <c:pt idx="1">
                  <c:v>N vth +3σ</c:v>
                </c:pt>
                <c:pt idx="2">
                  <c:v>N vth -3σ</c:v>
                </c:pt>
                <c:pt idx="3">
                  <c:v>P vth +3σ</c:v>
                </c:pt>
                <c:pt idx="4">
                  <c:v>P vth -3σ</c:v>
                </c:pt>
                <c:pt idx="5">
                  <c:v>N u0 -3σ</c:v>
                </c:pt>
                <c:pt idx="6">
                  <c:v>P u0 -3σ</c:v>
                </c:pt>
                <c:pt idx="7">
                  <c:v>SS1</c:v>
                </c:pt>
                <c:pt idx="8">
                  <c:v>SSG</c:v>
                </c:pt>
                <c:pt idx="9">
                  <c:v>FFG</c:v>
                </c:pt>
                <c:pt idx="10">
                  <c:v>SFG</c:v>
                </c:pt>
                <c:pt idx="11">
                  <c:v>FSG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0.04488888888888886</c:v>
                </c:pt>
                <c:pt idx="1">
                  <c:v>0.4004222222222224</c:v>
                </c:pt>
                <c:pt idx="2">
                  <c:v>0.41956666666666664</c:v>
                </c:pt>
                <c:pt idx="3">
                  <c:v>0.5663444444444445</c:v>
                </c:pt>
                <c:pt idx="4">
                  <c:v>0.606866666666667</c:v>
                </c:pt>
                <c:pt idx="5">
                  <c:v>0.1252111111111111</c:v>
                </c:pt>
                <c:pt idx="6">
                  <c:v>0.2593777777777777</c:v>
                </c:pt>
                <c:pt idx="7">
                  <c:v>0.21979999999999997</c:v>
                </c:pt>
                <c:pt idx="8">
                  <c:v>1.9130999999999991</c:v>
                </c:pt>
                <c:pt idx="9">
                  <c:v>2.178344444444444</c:v>
                </c:pt>
                <c:pt idx="10">
                  <c:v>1.9266444444444444</c:v>
                </c:pt>
                <c:pt idx="11">
                  <c:v>1.8163555555555557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로그 2차 (logquad)</c:v>
                </c:pt>
              </c:strCache>
            </c:strRef>
          </c:tx>
          <c:spPr>
            <a:pattFill prst="wd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</a:ln>
          </c:spPr>
          <c:cat>
            <c:strRef>
              <c:f>Sheet1!$A$2:$A$13</c:f>
              <c:strCache>
                <c:ptCount val="12"/>
                <c:pt idx="0">
                  <c:v>N vth +1σ</c:v>
                </c:pt>
                <c:pt idx="1">
                  <c:v>N vth +3σ</c:v>
                </c:pt>
                <c:pt idx="2">
                  <c:v>N vth -3σ</c:v>
                </c:pt>
                <c:pt idx="3">
                  <c:v>P vth +3σ</c:v>
                </c:pt>
                <c:pt idx="4">
                  <c:v>P vth -3σ</c:v>
                </c:pt>
                <c:pt idx="5">
                  <c:v>N u0 -3σ</c:v>
                </c:pt>
                <c:pt idx="6">
                  <c:v>P u0 -3σ</c:v>
                </c:pt>
                <c:pt idx="7">
                  <c:v>SS1</c:v>
                </c:pt>
                <c:pt idx="8">
                  <c:v>SSG</c:v>
                </c:pt>
                <c:pt idx="9">
                  <c:v>FFG</c:v>
                </c:pt>
                <c:pt idx="10">
                  <c:v>SFG</c:v>
                </c:pt>
                <c:pt idx="11">
                  <c:v>FSG</c:v>
                </c:pt>
              </c:strCache>
            </c:strRef>
          </c:cat>
          <c:val>
            <c:numRef>
              <c:f>Sheet1!$C$2:$C$13</c:f>
              <c:numCache>
                <c:formatCode>0.00</c:formatCode>
                <c:ptCount val="12"/>
                <c:pt idx="0">
                  <c:v>0.0022888888888888894</c:v>
                </c:pt>
                <c:pt idx="1">
                  <c:v>0.04274444444444441</c:v>
                </c:pt>
                <c:pt idx="2">
                  <c:v>0.03183333333333332</c:v>
                </c:pt>
                <c:pt idx="3">
                  <c:v>0.05895555555555555</c:v>
                </c:pt>
                <c:pt idx="4">
                  <c:v>0.060366666666666624</c:v>
                </c:pt>
                <c:pt idx="5">
                  <c:v>0.009200000000000005</c:v>
                </c:pt>
                <c:pt idx="6">
                  <c:v>0.018388888888888885</c:v>
                </c:pt>
                <c:pt idx="7">
                  <c:v>0.029166666666666653</c:v>
                </c:pt>
                <c:pt idx="8">
                  <c:v>0.2939222222222222</c:v>
                </c:pt>
                <c:pt idx="9">
                  <c:v>0.25013333333333326</c:v>
                </c:pt>
                <c:pt idx="10">
                  <c:v>0.30340000000000017</c:v>
                </c:pt>
                <c:pt idx="11">
                  <c:v>0.2967222222222222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 rot="-3600000"/>
          <a:lstStyle/>
          <a:p>
            <a:pPr>
              <a:defRPr sz="8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평균 |오차| [% of D]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068027336"/>
        <c:crosses val="autoZero"/>
        <c:majorUnit val="0.5"/>
      </c:valAx>
    </c:plotArea>
    <c:legend>
      <c:legendPos val="t"/>
      <c:overlay val="0"/>
      <c:txPr>
        <a:bodyPr/>
        <a:lstStyle/>
        <a:p>
          <a:pPr>
            <a:defRPr sz="850">
              <a:latin typeface="Malgun Gothic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(a) S_rec = C(i)·S_agg 의 복원 오차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부호 없는 C(i)</c:v>
                </c:pt>
              </c:strCache>
            </c:strRef>
          </c:tx>
          <c:spPr>
            <a:solidFill>
              <a:srgbClr val="FFFFFF"/>
            </a:solidFill>
            <a:ln w="9525">
              <a:solidFill>
                <a:srgbClr val="000000"/>
              </a:solidFill>
            </a:ln>
          </c:spPr>
          <c:cat>
            <c:strRef>
              <c:f>Sheet1!$A$2:$A$5</c:f>
              <c:strCache>
                <c:ptCount val="4"/>
                <c:pt idx="0">
                  <c:v>NAND2 N/u0</c:v>
                </c:pt>
                <c:pt idx="1">
                  <c:v>NAND2 N/vth</c:v>
                </c:pt>
                <c:pt idx="2">
                  <c:v>NOR2 P/u0</c:v>
                </c:pt>
                <c:pt idx="3">
                  <c:v>NOR2 P/vth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0.1266872533230313</c:v>
                </c:pt>
                <c:pt idx="1">
                  <c:v>0.5353938491804708</c:v>
                </c:pt>
                <c:pt idx="2">
                  <c:v>0.3344767707551649</c:v>
                </c:pt>
                <c:pt idx="3">
                  <c:v>0.5419301806687388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부호 유지 C(i)</c:v>
                </c:pt>
              </c:strCache>
            </c:strRef>
          </c:tx>
          <c:spPr>
            <a:pattFill prst="wd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</a:ln>
          </c:spPr>
          <c:cat>
            <c:strRef>
              <c:f>Sheet1!$A$2:$A$5</c:f>
              <c:strCache>
                <c:ptCount val="4"/>
                <c:pt idx="0">
                  <c:v>NAND2 N/u0</c:v>
                </c:pt>
                <c:pt idx="1">
                  <c:v>NAND2 N/vth</c:v>
                </c:pt>
                <c:pt idx="2">
                  <c:v>NOR2 P/u0</c:v>
                </c:pt>
                <c:pt idx="3">
                  <c:v>NOR2 P/vth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0.0009999210758469947</c:v>
                </c:pt>
                <c:pt idx="1">
                  <c:v>0.005173406649109553</c:v>
                </c:pt>
                <c:pt idx="2">
                  <c:v>0.000512125383498465</c:v>
                </c:pt>
                <c:pt idx="3">
                  <c:v>0.06032304583907495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최대 복원 오차 [% of D, 3σ]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068027336"/>
        <c:crosses val="autoZero"/>
        <c:majorUnit val="0.1"/>
      </c:valAx>
    </c:plotArea>
    <c:legend>
      <c:legendPos val="t"/>
      <c:overlay val="0"/>
      <c:txPr>
        <a:bodyPr/>
        <a:lstStyle/>
        <a:p>
          <a:pPr>
            <a:defRPr sz="850">
              <a:latin typeface="Malgun Gothic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(b) 구동 그룹 적층 트랜지스터의 기여도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C_vth</c:v>
                </c:pt>
              </c:strCache>
            </c:strRef>
          </c:tx>
          <c:spPr>
            <a:solidFill>
              <a:srgbClr val="FFFFFF"/>
            </a:solidFill>
            <a:ln w="9525">
              <a:solidFill>
                <a:srgbClr val="000000"/>
              </a:solidFill>
            </a:ln>
          </c:spPr>
          <c:cat>
            <c:strRef>
              <c:f>Sheet1!$A$2:$A$17</c:f>
              <c:strCache>
                <c:ptCount val="16"/>
                <c:pt idx="0">
                  <c:v>NAND2 Af M3</c:v>
                </c:pt>
                <c:pt idx="1">
                  <c:v>NAND2 Af M4</c:v>
                </c:pt>
                <c:pt idx="2">
                  <c:v>NAND2 Ar M1</c:v>
                </c:pt>
                <c:pt idx="3">
                  <c:v>NAND2 Ar M2</c:v>
                </c:pt>
                <c:pt idx="4">
                  <c:v>NAND2 Bf M3</c:v>
                </c:pt>
                <c:pt idx="5">
                  <c:v>NAND2 Bf M4</c:v>
                </c:pt>
                <c:pt idx="6">
                  <c:v>NAND2 Br M1</c:v>
                </c:pt>
                <c:pt idx="7">
                  <c:v>NAND2 Br M2</c:v>
                </c:pt>
                <c:pt idx="8">
                  <c:v>NOR2 Af M3</c:v>
                </c:pt>
                <c:pt idx="9">
                  <c:v>NOR2 Af M4</c:v>
                </c:pt>
                <c:pt idx="10">
                  <c:v>NOR2 Ar M1</c:v>
                </c:pt>
                <c:pt idx="11">
                  <c:v>NOR2 Ar M2</c:v>
                </c:pt>
                <c:pt idx="12">
                  <c:v>NOR2 Bf M3</c:v>
                </c:pt>
                <c:pt idx="13">
                  <c:v>NOR2 Bf M4</c:v>
                </c:pt>
                <c:pt idx="14">
                  <c:v>NOR2 Br M1</c:v>
                </c:pt>
                <c:pt idx="15">
                  <c:v>NOR2 Br M2</c:v>
                </c:pt>
              </c:strCache>
            </c:strRef>
          </c:cat>
          <c:val>
            <c:numRef>
              <c:f>Sheet1!$B$2:$B$17</c:f>
              <c:numCache>
                <c:formatCode>0.00</c:formatCode>
                <c:ptCount val="16"/>
                <c:pt idx="0">
                  <c:v>0.9999772458557636</c:v>
                </c:pt>
                <c:pt idx="1">
                  <c:v>2.2754144236385862e-05</c:v>
                </c:pt>
                <c:pt idx="2">
                  <c:v>0.8341371436563594</c:v>
                </c:pt>
                <c:pt idx="3">
                  <c:v>0.16586285634364067</c:v>
                </c:pt>
                <c:pt idx="4">
                  <c:v>2.208881211102773e-05</c:v>
                </c:pt>
                <c:pt idx="5">
                  <c:v>0.9999779111878888</c:v>
                </c:pt>
                <c:pt idx="6">
                  <c:v>0.35566582787316325</c:v>
                </c:pt>
                <c:pt idx="7">
                  <c:v>0.6443341721268366</c:v>
                </c:pt>
                <c:pt idx="8">
                  <c:v>0.6128513775626484</c:v>
                </c:pt>
                <c:pt idx="9">
                  <c:v>0.38714862243735154</c:v>
                </c:pt>
                <c:pt idx="10">
                  <c:v>0.9999612177047289</c:v>
                </c:pt>
                <c:pt idx="11">
                  <c:v>3.878229527108272e-05</c:v>
                </c:pt>
                <c:pt idx="12">
                  <c:v>0.2453060712221839</c:v>
                </c:pt>
                <c:pt idx="13">
                  <c:v>0.7546939287778162</c:v>
                </c:pt>
                <c:pt idx="14">
                  <c:v>3.8042341172012306e-05</c:v>
                </c:pt>
                <c:pt idx="15">
                  <c:v>0.9999619576588281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C_u0</c:v>
                </c:pt>
              </c:strCache>
            </c:strRef>
          </c:tx>
          <c:spPr>
            <a:pattFill prst="wd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</a:ln>
          </c:spPr>
          <c:cat>
            <c:strRef>
              <c:f>Sheet1!$A$2:$A$17</c:f>
              <c:strCache>
                <c:ptCount val="16"/>
                <c:pt idx="0">
                  <c:v>NAND2 Af M3</c:v>
                </c:pt>
                <c:pt idx="1">
                  <c:v>NAND2 Af M4</c:v>
                </c:pt>
                <c:pt idx="2">
                  <c:v>NAND2 Ar M1</c:v>
                </c:pt>
                <c:pt idx="3">
                  <c:v>NAND2 Ar M2</c:v>
                </c:pt>
                <c:pt idx="4">
                  <c:v>NAND2 Bf M3</c:v>
                </c:pt>
                <c:pt idx="5">
                  <c:v>NAND2 Bf M4</c:v>
                </c:pt>
                <c:pt idx="6">
                  <c:v>NAND2 Br M1</c:v>
                </c:pt>
                <c:pt idx="7">
                  <c:v>NAND2 Br M2</c:v>
                </c:pt>
                <c:pt idx="8">
                  <c:v>NOR2 Af M3</c:v>
                </c:pt>
                <c:pt idx="9">
                  <c:v>NOR2 Af M4</c:v>
                </c:pt>
                <c:pt idx="10">
                  <c:v>NOR2 Ar M1</c:v>
                </c:pt>
                <c:pt idx="11">
                  <c:v>NOR2 Ar M2</c:v>
                </c:pt>
                <c:pt idx="12">
                  <c:v>NOR2 Bf M3</c:v>
                </c:pt>
                <c:pt idx="13">
                  <c:v>NOR2 Bf M4</c:v>
                </c:pt>
                <c:pt idx="14">
                  <c:v>NOR2 Br M1</c:v>
                </c:pt>
                <c:pt idx="15">
                  <c:v>NOR2 Br M2</c:v>
                </c:pt>
              </c:strCache>
            </c:strRef>
          </c:cat>
          <c:val>
            <c:numRef>
              <c:f>Sheet1!$C$2:$C$17</c:f>
              <c:numCache>
                <c:formatCode>0.00</c:formatCode>
                <c:ptCount val="16"/>
                <c:pt idx="0">
                  <c:v>0.9999939209375187</c:v>
                </c:pt>
                <c:pt idx="1">
                  <c:v>6.079062481245428e-06</c:v>
                </c:pt>
                <c:pt idx="2">
                  <c:v>0.6098139036398733</c:v>
                </c:pt>
                <c:pt idx="3">
                  <c:v>0.39018609636012674</c:v>
                </c:pt>
                <c:pt idx="4">
                  <c:v>5.9874180610396655e-06</c:v>
                </c:pt>
                <c:pt idx="5">
                  <c:v>0.999994012581939</c:v>
                </c:pt>
                <c:pt idx="6">
                  <c:v>0.32730711679188407</c:v>
                </c:pt>
                <c:pt idx="7">
                  <c:v>0.6726928832081158</c:v>
                </c:pt>
                <c:pt idx="8">
                  <c:v>0.6492874385695899</c:v>
                </c:pt>
                <c:pt idx="9">
                  <c:v>0.3507125614304101</c:v>
                </c:pt>
                <c:pt idx="10">
                  <c:v>0.9999872820056847</c:v>
                </c:pt>
                <c:pt idx="11">
                  <c:v>1.271799431518394e-05</c:v>
                </c:pt>
                <c:pt idx="12">
                  <c:v>0.4259903249098828</c:v>
                </c:pt>
                <c:pt idx="13">
                  <c:v>0.5740096750901172</c:v>
                </c:pt>
                <c:pt idx="14">
                  <c:v>1.5838235398504803e-05</c:v>
                </c:pt>
                <c:pt idx="15">
                  <c:v>0.9999841617646015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 rot="-3600000"/>
          <a:lstStyle/>
          <a:p>
            <a:pPr>
              <a:defRPr sz="75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900" b="0">
                    <a:solidFill>
                      <a:srgbClr val="000000"/>
                    </a:solidFill>
                    <a:latin typeface="Malgun Gothic"/>
                    <a:ea typeface="Malgun Gothic"/>
                  </a:rPr>
                  <a:t>기여도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latin typeface="Malgun Gothic"/>
              </a:defRPr>
            </a:pPr>
          </a:p>
        </c:txPr>
        <c:crossAx val="-2068027336"/>
        <c:crosses val="autoZero"/>
        <c:majorUnit val="0.2"/>
      </c:valAx>
    </c:plotArea>
    <c:legend>
      <c:legendPos val="t"/>
      <c:overlay val="0"/>
      <c:txPr>
        <a:bodyPr/>
        <a:lstStyle/>
        <a:p>
          <a:pPr>
            <a:defRPr sz="850">
              <a:latin typeface="Malgun Gothic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latin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1은 분리·결합 모델링 구조와 데이터 흐름을 나타내는 도면이다.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2는 트랜지스터별 개별 섭동 시뮬레이션과 그룹 동시 섭동 시뮬레이션의 개념도이다.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3은 LVF 특성화 데이터로부터 트랜지스터별 기여도 표면을 생성하는 과정을 나타내는 도면이다.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4는 집합 민감도 라이브러리로부터 소자 파라미터별 집합 민감도 표면을 추출하는 과정을 나타내는 도면이다.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5는 트랜지스터별 기여도와 집합 민감도의 결합에 의한 트랜지스터별 민감도 복원과 정합성 조건을 나타내는 도면이다.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6은 셀 인스턴스별 국부 레이아웃 효과 변동량을 타이밍 아크 보정으로 변환하여 정적 타이밍 분석에 반영하는 흐름도이다.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7은 동일한 트랜지스터별 민감도로부터 국부 변동 통계량(제곱합의 제곱근)과 전역 변동 타이밍 변화량(부호 합)이 산출되는 것을 나타내는 도면이다.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8은 정합성 검증 단계의 흐름도이다.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9는 상대 변화율의 보간을 통한 타이밍 라이브러리 테이블 갱신의 개념도이다.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10은 실시예에서 전역 변동점의 모델 예측값과 직접 시뮬레이션 값을 비교한 그래프이다.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11은 실시예에서 기여도와 집합 민감도로 복원한 트랜지스터별 민감도의 오차 및 파라미터별 기여도의 비교를 나타내는 그래프이다.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 12는 장치의 블록도이다.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1]</a:t>
            </a:r>
          </a:p>
        </p:txBody>
      </p:sp>
      <p:sp>
        <p:nvSpPr>
          <p:cNvPr id="3" name="Rectangle 2"/>
          <p:cNvSpPr/>
          <p:nvPr/>
        </p:nvSpPr>
        <p:spPr>
          <a:xfrm>
            <a:off x="837027" y="949569"/>
            <a:ext cx="234227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LVF 특성화 데이터 (110)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트랜지스터별 섭동 민감도 S1(i,q)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TR 식별 정보 있음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00864" y="949569"/>
            <a:ext cx="234227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집합 민감도 라이브러리 (120)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sensitivity 그룹 S_agg(p)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TR 식별 정보 없음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4701" y="949569"/>
            <a:ext cx="234227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레이아웃 / LLE 엔진 (130)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인스턴스·TR별 ΔVth(i), ΔU0(i)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Malgun Gothic"/>
                <a:ea typeface="Malgun Gothic"/>
              </a:rPr>
              <a:t>(또는 전역 변동, 열화)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7027" y="2405575"/>
            <a:ext cx="2342270" cy="7596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S210 기여도 결정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C(i; s,l) = |S1(i)| / Σ|S1(j)|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Σ C(i) 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0864" y="2405575"/>
            <a:ext cx="2342270" cy="7596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S220 집합 민감도 획득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S_agg(p; s,l) 표면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4701" y="2405575"/>
            <a:ext cx="2342270" cy="7596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S240 변동량 획득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Δp(i), 경계 + 내부 TR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08163" y="1772529"/>
            <a:ext cx="0" cy="6330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772529"/>
            <a:ext cx="0" cy="6330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5836" y="1772529"/>
            <a:ext cx="0" cy="6330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29729" y="3734972"/>
            <a:ext cx="4684541" cy="69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S230 트랜지스터별 파라미터 민감도 복원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S_rec(i,p; s,l) = C(i; s,l) · S_agg(p; s,l)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08163" y="3165230"/>
            <a:ext cx="0" cy="56974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08163" y="3734972"/>
            <a:ext cx="22156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3165230"/>
            <a:ext cx="0" cy="56974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29729" y="4811150"/>
            <a:ext cx="4684541" cy="69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S250 타이밍 변화량 산출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ΔD_arc = Σ_i Σ_p C(i) · S_agg(p) · Δp(i)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4431323"/>
            <a:ext cx="0" cy="379827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5836" y="3165230"/>
            <a:ext cx="0" cy="19940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14270" y="5159326"/>
            <a:ext cx="22156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63636" y="5824024"/>
            <a:ext cx="3418449" cy="633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S260a STA 보정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D_corrected = D_base + ΔD_arc (인스턴스별)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1913" y="5824024"/>
            <a:ext cx="3418449" cy="633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S260b 타이밍 라이브러리 생성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v_new = v_old(1 + r), 셀별 디레이트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672861" y="5507501"/>
            <a:ext cx="949569" cy="31652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21569" y="5507501"/>
            <a:ext cx="949569" cy="31652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366" y="1417447"/>
            <a:ext cx="1727708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(a) 개별 섭동 : M1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37259" y="1851660"/>
            <a:ext cx="1645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51760" y="1750822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VDD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80160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80160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65960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M4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240279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40279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3017520"/>
            <a:ext cx="9601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60220" y="3017520"/>
            <a:ext cx="0" cy="48005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63089" y="3156712"/>
            <a:ext cx="25704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ZN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5900" y="3497579"/>
            <a:ext cx="548640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4389120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760220" y="40462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60220" y="4937759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0160" y="5280659"/>
            <a:ext cx="9601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08860" y="5179821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031" y="367106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031" y="456260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566" y="1417447"/>
            <a:ext cx="1727708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(b) 개별 섭동 : M2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80460" y="1851660"/>
            <a:ext cx="16459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959" y="1750822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VDD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023360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23360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709159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M4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983479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983479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23360" y="3017520"/>
            <a:ext cx="9601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03420" y="3017520"/>
            <a:ext cx="0" cy="48005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6290" y="3156712"/>
            <a:ext cx="25704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ZN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9100" y="34975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29100" y="4389120"/>
            <a:ext cx="548640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503420" y="40462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503420" y="4937759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23360" y="5280659"/>
            <a:ext cx="9601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52059" y="5179821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4232" y="367106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4232" y="456260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78271" y="1417447"/>
            <a:ext cx="2536698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(c) 그룹 동시 섭동 : M1, M2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23660" y="1851660"/>
            <a:ext cx="1645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0" y="1750822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766560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66560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452360" y="2125979"/>
            <a:ext cx="548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M4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(P)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7726680" y="1851660"/>
            <a:ext cx="0" cy="2743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726680" y="26746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766560" y="3017520"/>
            <a:ext cx="960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246620" y="3017520"/>
            <a:ext cx="0" cy="48005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49490" y="3156712"/>
            <a:ext cx="25704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ZN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2300" y="3497579"/>
            <a:ext cx="548640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2300" y="4389120"/>
            <a:ext cx="548640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M2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(N)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7246620" y="4046220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246620" y="4937759"/>
            <a:ext cx="0" cy="3429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766560" y="5280659"/>
            <a:ext cx="960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795260" y="5179821"/>
            <a:ext cx="33070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VSS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7432" y="367106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7432" y="4562601"/>
            <a:ext cx="1833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" y="5423154"/>
            <a:ext cx="1877568" cy="23469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>ΔD(M1) = D+(M1) - D0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06139" y="5423154"/>
            <a:ext cx="1877568" cy="23469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>ΔD(M2) = D+(M2) - D0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49340" y="5423154"/>
            <a:ext cx="1700784" cy="23469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>ΔD(N) = D+(N) - D0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5794" y="5749544"/>
            <a:ext cx="6852411" cy="251205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검증 :  ΔD(N)  ≒  ΔD(M1) + ΔD(M2)     (1차,  음영 = q+δ 섭동된 트랜지스터)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3]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920239"/>
            <a:ext cx="1577339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특성화 덱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arc_data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6020" y="1920239"/>
            <a:ext cx="1577339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±δ 섭동 측정 결과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(D+, D-, D0)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79" y="1920239"/>
            <a:ext cx="1577339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S1(i,q;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중앙 차분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9340" y="1920239"/>
            <a:ext cx="2400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기여도 표면 C(i;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조회 테이블 / 속성 / 적합 함수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71700" y="2263139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23360" y="2263139"/>
            <a:ext cx="274319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75020" y="2263139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41084" y="2972879"/>
            <a:ext cx="9226168" cy="2264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Malgun Gothic"/>
                <a:ea typeface="Malgun Gothic"/>
              </a:rPr>
              <a:t>C(i; s,l) = |S1(i,q; s,l)| / Σ_j |S1(j,q; s,l)|      (부호 유지 시  C(i) = S1(i) / Σ_j S1(j)),   Σ_i C(i) = 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965960" y="3497579"/>
          <a:ext cx="51435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slew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load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XMP0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XMP0@2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XMP0@3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T1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L1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0.36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0.34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0.30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T1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L2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0.38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0.32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0.30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T2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L1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0.35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0.35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0.30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-133476" y="5165344"/>
            <a:ext cx="9410953" cy="21818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  <a:ea typeface="Malgun Gothic"/>
              </a:rPr>
              <a:t>기여도는 셀 / 아크 / 천이 방향 / 조건(when) / 타이밍 값 종류 / slew / load 에 의존하는 표면으로 저장된다 (예시 값, 행 합 =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4]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780" y="2023110"/>
            <a:ext cx="26746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sensitivity 그룹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• device_param : delta_p_vta ...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• contributing_devices : all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• sens_cell_rise / sens_cell_fall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091689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S_agg(p; s,l) =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[ΔD(+p) - ΔD(-p)]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/ [p+ - p-]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59" y="2160270"/>
            <a:ext cx="2537460" cy="960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표면 또는 대표값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표면 / mean_abs / RMS / max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640329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2640329"/>
            <a:ext cx="274319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40280" y="3429000"/>
          <a:ext cx="4663439" cy="15430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19"/>
                <a:gridCol w="301752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대표값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용도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표면 S(s,l)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STA 보간, 정확도 우선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mean_abs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셀 / 아크 대표값, 보고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RMS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큰 민감도 강조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max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guard-band, 최악 조건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43152" y="5131054"/>
            <a:ext cx="6457695" cy="21818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  <a:ea typeface="Malgun Gothic"/>
              </a:rPr>
              <a:t>모든 소자를 동시에 섭동하여 산출되므로 트랜지스터 식별 정보가 없다  →  LVF 기여도가 보완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5]</a:t>
            </a:r>
          </a:p>
        </p:txBody>
      </p:sp>
      <p:sp>
        <p:nvSpPr>
          <p:cNvPr id="3" name="Rectangle 2"/>
          <p:cNvSpPr/>
          <p:nvPr/>
        </p:nvSpPr>
        <p:spPr>
          <a:xfrm>
            <a:off x="662940" y="2228850"/>
            <a:ext cx="178308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C(i;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TR 가중치, Σ C = 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(LVF)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228850"/>
            <a:ext cx="178308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S_agg(p;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집합 파라미터 민감도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(집합 민감도 lib / 그룹 섭동)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9220" y="2228850"/>
            <a:ext cx="178308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S_rec(i,p;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= C(i) · S_agg(p)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TR별 파라미터 민감도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28850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STA-ready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1209" y="2499486"/>
            <a:ext cx="249682" cy="3502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Malgun Gothic"/>
                <a:ea typeface="Malgun Gothic"/>
              </a:rPr>
              <a:t>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2674620"/>
            <a:ext cx="48006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72300" y="2674620"/>
            <a:ext cx="3429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89973" y="3616134"/>
            <a:ext cx="2964052" cy="2429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50" b="0">
                <a:solidFill>
                  <a:srgbClr val="000000"/>
                </a:solidFill>
                <a:latin typeface="Malgun Gothic"/>
                <a:ea typeface="Malgun Gothic"/>
              </a:rPr>
              <a:t>ΔD(i) = S_rec(i,p; s,l) · Δp(i)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149089"/>
            <a:ext cx="7955279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정합성 조건 : 모든 TR에 동일한 Δp 가 인가되면  Σ_i C(i) · S_agg(p) · Δp = S_agg(p) · Δp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(동시 변동 시 타이밍 변화량 = 개별 TR 변화량의 합,  집합 민감도 = TR별 민감도의 부호 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6]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599"/>
            <a:ext cx="1783080" cy="960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레이아웃 / LLE 엔진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인스턴스별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ΔVth(i), ΔU0(i)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0339" y="1371599"/>
            <a:ext cx="1920239" cy="960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조회 / 보간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C(i; s,l), S_agg(p; s,l)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(인스턴스의 slew, load)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79" y="1371599"/>
            <a:ext cx="1783080" cy="960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TR별 ΔD(i)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파라미터별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09459" y="1371599"/>
            <a:ext cx="1440180" cy="960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아크 보정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ΔD_arc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39" y="1851660"/>
            <a:ext cx="3429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40579" y="1851660"/>
            <a:ext cx="3429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59" y="1851660"/>
            <a:ext cx="3429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3485" y="2835719"/>
            <a:ext cx="6717029" cy="2264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Malgun Gothic"/>
                <a:ea typeface="Malgun Gothic"/>
              </a:rPr>
              <a:t>ΔD_arc = Σ_i Σ_p C(i) · S_agg(p) · Δp(i,p),      D_corrected = D_base + ΔD_arc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80160" y="3223260"/>
          <a:ext cx="6583680" cy="1714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08760"/>
                <a:gridCol w="507492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데이터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키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기여도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cell / arc / transition / when / measure / slew / load / TR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집합 민감도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cell / arc / transition / measure / parameter / slew / load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LLE 변동량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instance / TR / parameter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STA 출력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보정된 셀 지연 / 천이 시간 (또는 인스턴스별 디레이트)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55267" y="5336793"/>
            <a:ext cx="5633465" cy="21818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  <a:ea typeface="Malgun Gothic"/>
              </a:rPr>
              <a:t>경계 트랜지스터와 내부 트랜지스터 모두 반영, 트랜지스터별 LLE 재특성화 불필요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7]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  <a:ea typeface="Malgun Gothic"/>
              </a:rPr>
              <a:t>NAND2 A→ZN 하강, 문턱 전압 파라미터, 트랜지스터별 기여 (1σ mismatch / 3σ 전역)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39319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1371600"/>
          <a:ext cx="3931920" cy="4480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8]</a:t>
            </a:r>
          </a:p>
        </p:txBody>
      </p:sp>
      <p:sp>
        <p:nvSpPr>
          <p:cNvPr id="3" name="Rectangle 2"/>
          <p:cNvSpPr/>
          <p:nvPr/>
        </p:nvSpPr>
        <p:spPr>
          <a:xfrm>
            <a:off x="2941607" y="877306"/>
            <a:ext cx="3260784" cy="597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그룹 동시 섭동 시뮬레이션 (±δ)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G1_direct(g,q), H2_direct(g,q) 산출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9915" y="1087756"/>
            <a:ext cx="360171" cy="1769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50" b="0">
                <a:solidFill>
                  <a:srgbClr val="000000"/>
                </a:solidFill>
                <a:latin typeface="Malgun Gothic"/>
                <a:ea typeface="Malgun Gothic"/>
              </a:rPr>
              <a:t>S141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1607" y="1801195"/>
            <a:ext cx="3260784" cy="7065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차이 산출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d1 = |G1 - G1_direct|·Δref / D0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d2 = ½·(H2_direct - H2)·Δref² / D0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9915" y="2065991"/>
            <a:ext cx="360171" cy="1769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50" b="0">
                <a:solidFill>
                  <a:srgbClr val="000000"/>
                </a:solidFill>
                <a:latin typeface="Malgun Gothic"/>
                <a:ea typeface="Malgun Gothic"/>
              </a:rPr>
              <a:t>S142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475116"/>
            <a:ext cx="0" cy="326079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3593764" y="2806604"/>
            <a:ext cx="1956470" cy="81519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d1 ≤ T1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9915" y="3125746"/>
            <a:ext cx="360171" cy="1769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50" b="0">
                <a:solidFill>
                  <a:srgbClr val="000000"/>
                </a:solidFill>
                <a:latin typeface="Malgun Gothic"/>
                <a:ea typeface="Malgun Gothic"/>
              </a:rPr>
              <a:t>S143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507698"/>
            <a:ext cx="0" cy="29890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76313" y="2915296"/>
            <a:ext cx="1358660" cy="597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특성화 데이터 오류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(수렴, 정밀도, 부호)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재특성화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50235" y="3214202"/>
            <a:ext cx="32607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06010" y="2991199"/>
            <a:ext cx="414528" cy="1686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</a:p>
        </p:txBody>
      </p:sp>
      <p:sp>
        <p:nvSpPr>
          <p:cNvPr id="14" name="Diamond 13"/>
          <p:cNvSpPr/>
          <p:nvPr/>
        </p:nvSpPr>
        <p:spPr>
          <a:xfrm>
            <a:off x="3593764" y="4056571"/>
            <a:ext cx="1956470" cy="81519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|d2| ≤ T2 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3621800"/>
            <a:ext cx="0" cy="43477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53519" y="3754858"/>
            <a:ext cx="211328" cy="1686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6313" y="4165264"/>
            <a:ext cx="1358660" cy="597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H2_direct 사용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또는 직접 특성화 대상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50235" y="4464169"/>
            <a:ext cx="32607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06010" y="4241167"/>
            <a:ext cx="414528" cy="1686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1607" y="5170673"/>
            <a:ext cx="3260784" cy="597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합산 민감도 G1, H2 및 기여도 C(i) 사용 → 타이밍 변화량 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9915" y="5381122"/>
            <a:ext cx="360171" cy="1769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50" b="0">
                <a:solidFill>
                  <a:srgbClr val="000000"/>
                </a:solidFill>
                <a:latin typeface="Malgun Gothic"/>
                <a:ea typeface="Malgun Gothic"/>
              </a:rPr>
              <a:t>S144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871767"/>
            <a:ext cx="0" cy="29890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53519" y="4923305"/>
            <a:ext cx="211328" cy="1686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8464" y="6118927"/>
            <a:ext cx="4767071" cy="1686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  <a:ea typeface="Malgun Gothic"/>
              </a:rPr>
              <a:t>T1, T2 : 타이밍 값 대비 비율 임계값 (예 : 0.5 %, 1 %),  Δref : 기준 변동량 (예 : 3σ)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9]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8445" y="1794636"/>
            <a:ext cx="3415029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모델 격자 : 상대 변화율 r(slew, load)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74420" y="2400300"/>
          <a:ext cx="2057400" cy="18516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5800"/>
                <a:gridCol w="685800"/>
                <a:gridCol w="68580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+0.145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+0.149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+0.153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+0.147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+0.139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+0.147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+0.221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+0.159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+0.136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5136" y="2196592"/>
            <a:ext cx="40436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1 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0936" y="2196592"/>
            <a:ext cx="40436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4 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9906" y="2196592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12 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812" y="2608072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10 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812" y="3225292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30 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812" y="3842511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80 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129" y="4524184"/>
            <a:ext cx="2125980" cy="2099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slew × load, 시뮬레이션 격자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3429000"/>
            <a:ext cx="8915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07054" y="2874264"/>
            <a:ext cx="1352549" cy="38328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이중 선형 보간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(격자 밖은 경계값)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5435" y="1794636"/>
            <a:ext cx="5165089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라이브러리 테이블 (cell_fall) : v_new = v_old · (1 + r)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0" y="2297429"/>
          <a:ext cx="3154676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8669"/>
                <a:gridCol w="788669"/>
                <a:gridCol w="788669"/>
                <a:gridCol w="788669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v·(1+r)</a:t>
                      </a:r>
                    </a:p>
                  </a:txBody>
                  <a:tcPr marL="27432" marR="27432" marT="9144" marB="9144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239131" y="2128012"/>
            <a:ext cx="5516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0.5 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1460" y="2128012"/>
            <a:ext cx="40436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2 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0131" y="2128012"/>
            <a:ext cx="40436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6 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1970" y="2128012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16 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7692" y="2453767"/>
            <a:ext cx="404367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5 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4032" y="2968117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20 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4032" y="3482467"/>
            <a:ext cx="47802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50 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372" y="3996816"/>
            <a:ext cx="551688" cy="2016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  <a:ea typeface="Malgun Gothic"/>
              </a:rPr>
              <a:t>100 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7459" y="4969954"/>
            <a:ext cx="5281040" cy="2099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라이브러리 고유 인덱스 (단위 : time_unit, capacitive_load_unit 로 변환)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10]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6576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7680" y="1188720"/>
          <a:ext cx="4389120" cy="4846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11]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749039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89120" y="1188720"/>
          <a:ext cx="4297680" cy="4846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  <a:ea typeface="Malgun Gothic"/>
              </a:rPr>
              <a:t>[도 12]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39"/>
            <a:ext cx="5897879" cy="47320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14577"/>
            <a:ext cx="1014476" cy="2512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algun Gothic"/>
                <a:ea typeface="Malgun Gothic"/>
              </a:rPr>
              <a:t>장치 (700)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259" y="1645919"/>
            <a:ext cx="3154679" cy="4046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" y="1734311"/>
            <a:ext cx="1249680" cy="2346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  <a:ea typeface="Malgun Gothic"/>
              </a:rPr>
              <a:t>프로세서 (710)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57400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기여도 결정부 (711)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551176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집합 민감도 획득부 (712)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044952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민감도 복원부 (713)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38728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변동량 획득부 (714)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032504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정합성 검증부 (715)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526280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변화량 산출부 (716)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5020056"/>
            <a:ext cx="2743200" cy="4114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보정 · 라이브러리 생성부 (717)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3420" y="1783080"/>
            <a:ext cx="1988819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Malgun Gothic"/>
                <a:ea typeface="Malgun Gothic"/>
              </a:rPr>
              <a:t>메모리 (720)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Malgun Gothic"/>
                <a:ea typeface="Malgun Gothic"/>
              </a:rPr>
              <a:t>명령어, 작업 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3420" y="2948939"/>
            <a:ext cx="198881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저장부 (730)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넷리스트, 소자 모델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LVF 데이터, 집합 민감도 lib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공칭 lib, 레이아웃 추출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Malgun Gothic"/>
                <a:ea typeface="Malgun Gothic"/>
              </a:rPr>
              <a:t>변동점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3420" y="4732020"/>
            <a:ext cx="1988819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Malgun Gothic"/>
                <a:ea typeface="Malgun Gothic"/>
              </a:rPr>
              <a:t>입출력부 (740)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1939" y="2160270"/>
            <a:ext cx="4114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091939" y="2366010"/>
            <a:ext cx="4114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91939" y="3566160"/>
            <a:ext cx="4114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091939" y="3771900"/>
            <a:ext cx="4114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91939" y="5177790"/>
            <a:ext cx="4114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40879" y="1508760"/>
            <a:ext cx="150876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회로 시뮬레이터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특성화 도구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2880360"/>
            <a:ext cx="150876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배치 · 배선 도구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(레이아웃 추출)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79" y="4251960"/>
            <a:ext cx="150876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  <a:ea typeface="Malgun Gothic"/>
              </a:rPr>
              <a:t>STA 도구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492240" y="1885950"/>
            <a:ext cx="548639" cy="126873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492240" y="3257550"/>
            <a:ext cx="548639" cy="17145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92240" y="4732020"/>
            <a:ext cx="548639" cy="44577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